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9" r:id="rId4"/>
    <p:sldId id="258" r:id="rId5"/>
    <p:sldId id="259" r:id="rId6"/>
    <p:sldId id="290" r:id="rId7"/>
    <p:sldId id="291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60" r:id="rId16"/>
    <p:sldId id="28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81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82" r:id="rId36"/>
    <p:sldId id="278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・全体の流れ" id="{00000001-1111-4A2B-9C3D-000000000001}">
          <p14:sldIdLst>
            <p14:sldId id="256"/>
            <p14:sldId id="257"/>
          </p14:sldIdLst>
        </p14:section>
        <p14:section name="PART 1 セットアップ" id="{00000002-1111-4A2B-9C3D-000000000002}">
          <p14:sldIdLst>
            <p14:sldId id="279"/>
            <p14:sldId id="258"/>
            <p14:sldId id="259"/>
            <p14:sldId id="290"/>
            <p14:sldId id="291"/>
            <p14:sldId id="283"/>
            <p14:sldId id="284"/>
            <p14:sldId id="285"/>
            <p14:sldId id="286"/>
            <p14:sldId id="287"/>
            <p14:sldId id="288"/>
            <p14:sldId id="289"/>
            <p14:sldId id="260"/>
          </p14:sldIdLst>
        </p14:section>
        <p14:section name="PART 2 目標をつくる" id="{00000003-1111-4A2B-9C3D-000000000003}">
          <p14:sldIdLst>
            <p14:sldId id="28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PART 3 毎日つかう" id="{00000004-1111-4A2B-9C3D-000000000004}">
          <p14:sldIdLst>
            <p14:sldId id="281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PART 4 目標を整理する" id="{00000005-1111-4A2B-9C3D-000000000005}">
          <p14:sldIdLst>
            <p14:sldId id="282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44" y="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哲平 須山" userId="c26c017d0915661b" providerId="LiveId" clId="{DA26ABC9-5A05-45AB-90B3-A66BE5ECB02B}"/>
    <pc:docChg chg="custSel addSld modSld modSection">
      <pc:chgData name="哲平 須山" userId="c26c017d0915661b" providerId="LiveId" clId="{DA26ABC9-5A05-45AB-90B3-A66BE5ECB02B}" dt="2026-09-13T13:57:19.200" v="76" actId="20577"/>
      <pc:docMkLst>
        <pc:docMk/>
      </pc:docMkLst>
      <pc:sldChg chg="modSp mod">
        <pc:chgData name="哲平 須山" userId="c26c017d0915661b" providerId="LiveId" clId="{DA26ABC9-5A05-45AB-90B3-A66BE5ECB02B}" dt="2026-09-13T13:57:18.273" v="42" actId="20577"/>
        <pc:sldMkLst>
          <pc:docMk/>
          <pc:sldMk cId="0" sldId="257"/>
        </pc:sldMkLst>
        <pc:spChg chg="mod">
          <ac:chgData name="哲平 須山" userId="c26c017d0915661b" providerId="LiveId" clId="{DA26ABC9-5A05-45AB-90B3-A66BE5ECB02B}" dt="2026-09-13T13:57:18.273" v="42" actId="20577"/>
          <ac:spMkLst>
            <pc:docMk/>
            <pc:sldMk cId="0" sldId="257"/>
            <ac:spMk id="26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8.334" v="44" actId="20577"/>
        <pc:sldMkLst>
          <pc:docMk/>
          <pc:sldMk cId="0" sldId="258"/>
        </pc:sldMkLst>
        <pc:spChg chg="mod">
          <ac:chgData name="哲平 須山" userId="c26c017d0915661b" providerId="LiveId" clId="{DA26ABC9-5A05-45AB-90B3-A66BE5ECB02B}" dt="2026-09-13T13:57:18.334" v="44" actId="20577"/>
          <ac:spMkLst>
            <pc:docMk/>
            <pc:sldMk cId="0" sldId="258"/>
            <ac:spMk id="9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8.364" v="45" actId="20577"/>
        <pc:sldMkLst>
          <pc:docMk/>
          <pc:sldMk cId="0" sldId="259"/>
        </pc:sldMkLst>
        <pc:spChg chg="mod">
          <ac:chgData name="哲平 須山" userId="c26c017d0915661b" providerId="LiveId" clId="{DA26ABC9-5A05-45AB-90B3-A66BE5ECB02B}" dt="2026-09-13T13:57:17.712" v="22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哲平 須山" userId="c26c017d0915661b" providerId="LiveId" clId="{DA26ABC9-5A05-45AB-90B3-A66BE5ECB02B}" dt="2026-09-13T13:57:17.785" v="23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哲平 須山" userId="c26c017d0915661b" providerId="LiveId" clId="{DA26ABC9-5A05-45AB-90B3-A66BE5ECB02B}" dt="2026-09-13T13:57:18.364" v="45" actId="20577"/>
          <ac:spMkLst>
            <pc:docMk/>
            <pc:sldMk cId="0" sldId="259"/>
            <ac:spMk id="9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8.612" v="55" actId="20577"/>
        <pc:sldMkLst>
          <pc:docMk/>
          <pc:sldMk cId="0" sldId="260"/>
        </pc:sldMkLst>
        <pc:spChg chg="mod">
          <ac:chgData name="哲平 須山" userId="c26c017d0915661b" providerId="LiveId" clId="{DA26ABC9-5A05-45AB-90B3-A66BE5ECB02B}" dt="2026-09-13T13:57:18.612" v="55" actId="20577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8.667" v="57" actId="20577"/>
        <pc:sldMkLst>
          <pc:docMk/>
          <pc:sldMk cId="0" sldId="261"/>
        </pc:sldMkLst>
        <pc:spChg chg="mod">
          <ac:chgData name="哲平 須山" userId="c26c017d0915661b" providerId="LiveId" clId="{DA26ABC9-5A05-45AB-90B3-A66BE5ECB02B}" dt="2026-09-13T13:57:18.667" v="57" actId="20577"/>
          <ac:spMkLst>
            <pc:docMk/>
            <pc:sldMk cId="0" sldId="261"/>
            <ac:spMk id="8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8.683" v="58" actId="20577"/>
        <pc:sldMkLst>
          <pc:docMk/>
          <pc:sldMk cId="0" sldId="262"/>
        </pc:sldMkLst>
        <pc:spChg chg="mod">
          <ac:chgData name="哲平 須山" userId="c26c017d0915661b" providerId="LiveId" clId="{DA26ABC9-5A05-45AB-90B3-A66BE5ECB02B}" dt="2026-09-13T13:57:18.683" v="58" actId="20577"/>
          <ac:spMkLst>
            <pc:docMk/>
            <pc:sldMk cId="0" sldId="262"/>
            <ac:spMk id="10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8.712" v="59" actId="20577"/>
        <pc:sldMkLst>
          <pc:docMk/>
          <pc:sldMk cId="0" sldId="263"/>
        </pc:sldMkLst>
        <pc:spChg chg="mod">
          <ac:chgData name="哲平 須山" userId="c26c017d0915661b" providerId="LiveId" clId="{DA26ABC9-5A05-45AB-90B3-A66BE5ECB02B}" dt="2026-09-13T13:57:18.712" v="59" actId="20577"/>
          <ac:spMkLst>
            <pc:docMk/>
            <pc:sldMk cId="0" sldId="263"/>
            <ac:spMk id="9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8.735" v="60" actId="20577"/>
        <pc:sldMkLst>
          <pc:docMk/>
          <pc:sldMk cId="0" sldId="264"/>
        </pc:sldMkLst>
        <pc:spChg chg="mod">
          <ac:chgData name="哲平 須山" userId="c26c017d0915661b" providerId="LiveId" clId="{DA26ABC9-5A05-45AB-90B3-A66BE5ECB02B}" dt="2026-09-13T13:57:18.735" v="60" actId="20577"/>
          <ac:spMkLst>
            <pc:docMk/>
            <pc:sldMk cId="0" sldId="264"/>
            <ac:spMk id="9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8.755" v="61" actId="20577"/>
        <pc:sldMkLst>
          <pc:docMk/>
          <pc:sldMk cId="0" sldId="265"/>
        </pc:sldMkLst>
        <pc:spChg chg="mod">
          <ac:chgData name="哲平 須山" userId="c26c017d0915661b" providerId="LiveId" clId="{DA26ABC9-5A05-45AB-90B3-A66BE5ECB02B}" dt="2026-09-13T13:57:18.755" v="61" actId="20577"/>
          <ac:spMkLst>
            <pc:docMk/>
            <pc:sldMk cId="0" sldId="265"/>
            <ac:spMk id="10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8.769" v="62" actId="20577"/>
        <pc:sldMkLst>
          <pc:docMk/>
          <pc:sldMk cId="0" sldId="266"/>
        </pc:sldMkLst>
        <pc:spChg chg="mod">
          <ac:chgData name="哲平 須山" userId="c26c017d0915661b" providerId="LiveId" clId="{DA26ABC9-5A05-45AB-90B3-A66BE5ECB02B}" dt="2026-09-13T13:57:18.769" v="62" actId="20577"/>
          <ac:spMkLst>
            <pc:docMk/>
            <pc:sldMk cId="0" sldId="266"/>
            <ac:spMk id="8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8.867" v="63" actId="20577"/>
        <pc:sldMkLst>
          <pc:docMk/>
          <pc:sldMk cId="0" sldId="267"/>
        </pc:sldMkLst>
        <pc:spChg chg="mod">
          <ac:chgData name="哲平 須山" userId="c26c017d0915661b" providerId="LiveId" clId="{DA26ABC9-5A05-45AB-90B3-A66BE5ECB02B}" dt="2026-09-13T13:57:18.867" v="63" actId="20577"/>
          <ac:spMkLst>
            <pc:docMk/>
            <pc:sldMk cId="0" sldId="267"/>
            <ac:spMk id="10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8.937" v="65" actId="20577"/>
        <pc:sldMkLst>
          <pc:docMk/>
          <pc:sldMk cId="0" sldId="268"/>
        </pc:sldMkLst>
        <pc:spChg chg="mod">
          <ac:chgData name="哲平 須山" userId="c26c017d0915661b" providerId="LiveId" clId="{DA26ABC9-5A05-45AB-90B3-A66BE5ECB02B}" dt="2026-09-13T13:57:18.937" v="65" actId="20577"/>
          <ac:spMkLst>
            <pc:docMk/>
            <pc:sldMk cId="0" sldId="268"/>
            <ac:spMk id="9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8.956" v="66" actId="20577"/>
        <pc:sldMkLst>
          <pc:docMk/>
          <pc:sldMk cId="0" sldId="269"/>
        </pc:sldMkLst>
        <pc:spChg chg="mod">
          <ac:chgData name="哲平 須山" userId="c26c017d0915661b" providerId="LiveId" clId="{DA26ABC9-5A05-45AB-90B3-A66BE5ECB02B}" dt="2026-09-13T13:57:18.956" v="66" actId="20577"/>
          <ac:spMkLst>
            <pc:docMk/>
            <pc:sldMk cId="0" sldId="269"/>
            <ac:spMk id="8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8.976" v="67" actId="20577"/>
        <pc:sldMkLst>
          <pc:docMk/>
          <pc:sldMk cId="0" sldId="270"/>
        </pc:sldMkLst>
        <pc:spChg chg="mod">
          <ac:chgData name="哲平 須山" userId="c26c017d0915661b" providerId="LiveId" clId="{DA26ABC9-5A05-45AB-90B3-A66BE5ECB02B}" dt="2026-09-13T13:57:18.976" v="67" actId="20577"/>
          <ac:spMkLst>
            <pc:docMk/>
            <pc:sldMk cId="0" sldId="270"/>
            <ac:spMk id="8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8.989" v="68" actId="20577"/>
        <pc:sldMkLst>
          <pc:docMk/>
          <pc:sldMk cId="0" sldId="271"/>
        </pc:sldMkLst>
        <pc:spChg chg="mod">
          <ac:chgData name="哲平 須山" userId="c26c017d0915661b" providerId="LiveId" clId="{DA26ABC9-5A05-45AB-90B3-A66BE5ECB02B}" dt="2026-09-13T13:57:18.989" v="68" actId="20577"/>
          <ac:spMkLst>
            <pc:docMk/>
            <pc:sldMk cId="0" sldId="271"/>
            <ac:spMk id="8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9.017" v="69" actId="20577"/>
        <pc:sldMkLst>
          <pc:docMk/>
          <pc:sldMk cId="0" sldId="272"/>
        </pc:sldMkLst>
        <pc:spChg chg="mod">
          <ac:chgData name="哲平 須山" userId="c26c017d0915661b" providerId="LiveId" clId="{DA26ABC9-5A05-45AB-90B3-A66BE5ECB02B}" dt="2026-09-13T13:57:19.017" v="69" actId="20577"/>
          <ac:spMkLst>
            <pc:docMk/>
            <pc:sldMk cId="0" sldId="272"/>
            <ac:spMk id="8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9.037" v="70" actId="20577"/>
        <pc:sldMkLst>
          <pc:docMk/>
          <pc:sldMk cId="0" sldId="273"/>
        </pc:sldMkLst>
        <pc:spChg chg="mod">
          <ac:chgData name="哲平 須山" userId="c26c017d0915661b" providerId="LiveId" clId="{DA26ABC9-5A05-45AB-90B3-A66BE5ECB02B}" dt="2026-09-13T13:57:19.037" v="70" actId="20577"/>
          <ac:spMkLst>
            <pc:docMk/>
            <pc:sldMk cId="0" sldId="273"/>
            <ac:spMk id="8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9.062" v="71" actId="20577"/>
        <pc:sldMkLst>
          <pc:docMk/>
          <pc:sldMk cId="0" sldId="274"/>
        </pc:sldMkLst>
        <pc:spChg chg="mod">
          <ac:chgData name="哲平 須山" userId="c26c017d0915661b" providerId="LiveId" clId="{DA26ABC9-5A05-45AB-90B3-A66BE5ECB02B}" dt="2026-09-13T13:57:19.062" v="71" actId="20577"/>
          <ac:spMkLst>
            <pc:docMk/>
            <pc:sldMk cId="0" sldId="274"/>
            <ac:spMk id="8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9.071" v="72" actId="20577"/>
        <pc:sldMkLst>
          <pc:docMk/>
          <pc:sldMk cId="0" sldId="275"/>
        </pc:sldMkLst>
        <pc:spChg chg="mod">
          <ac:chgData name="哲平 須山" userId="c26c017d0915661b" providerId="LiveId" clId="{DA26ABC9-5A05-45AB-90B3-A66BE5ECB02B}" dt="2026-09-13T13:57:19.071" v="72" actId="20577"/>
          <ac:spMkLst>
            <pc:docMk/>
            <pc:sldMk cId="0" sldId="275"/>
            <ac:spMk id="8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9.107" v="73" actId="20577"/>
        <pc:sldMkLst>
          <pc:docMk/>
          <pc:sldMk cId="0" sldId="276"/>
        </pc:sldMkLst>
        <pc:spChg chg="mod">
          <ac:chgData name="哲平 須山" userId="c26c017d0915661b" providerId="LiveId" clId="{DA26ABC9-5A05-45AB-90B3-A66BE5ECB02B}" dt="2026-09-13T13:57:19.107" v="73" actId="20577"/>
          <ac:spMkLst>
            <pc:docMk/>
            <pc:sldMk cId="0" sldId="276"/>
            <ac:spMk id="8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9.130" v="74" actId="20577"/>
        <pc:sldMkLst>
          <pc:docMk/>
          <pc:sldMk cId="0" sldId="277"/>
        </pc:sldMkLst>
        <pc:spChg chg="mod">
          <ac:chgData name="哲平 須山" userId="c26c017d0915661b" providerId="LiveId" clId="{DA26ABC9-5A05-45AB-90B3-A66BE5ECB02B}" dt="2026-09-13T13:57:19.130" v="74" actId="20577"/>
          <ac:spMkLst>
            <pc:docMk/>
            <pc:sldMk cId="0" sldId="277"/>
            <ac:spMk id="8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9.200" v="76" actId="20577"/>
        <pc:sldMkLst>
          <pc:docMk/>
          <pc:sldMk cId="0" sldId="278"/>
        </pc:sldMkLst>
        <pc:spChg chg="mod">
          <ac:chgData name="哲平 須山" userId="c26c017d0915661b" providerId="LiveId" clId="{DA26ABC9-5A05-45AB-90B3-A66BE5ECB02B}" dt="2026-09-13T13:57:19.200" v="76" actId="20577"/>
          <ac:spMkLst>
            <pc:docMk/>
            <pc:sldMk cId="0" sldId="278"/>
            <ac:spMk id="9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8.315" v="43" actId="20577"/>
        <pc:sldMkLst>
          <pc:docMk/>
          <pc:sldMk cId="0" sldId="279"/>
        </pc:sldMkLst>
        <pc:spChg chg="mod">
          <ac:chgData name="哲平 須山" userId="c26c017d0915661b" providerId="LiveId" clId="{DA26ABC9-5A05-45AB-90B3-A66BE5ECB02B}" dt="2026-09-13T13:57:18.315" v="43" actId="20577"/>
          <ac:spMkLst>
            <pc:docMk/>
            <pc:sldMk cId="0" sldId="279"/>
            <ac:spMk id="15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8.650" v="56" actId="20577"/>
        <pc:sldMkLst>
          <pc:docMk/>
          <pc:sldMk cId="0" sldId="280"/>
        </pc:sldMkLst>
        <pc:spChg chg="mod">
          <ac:chgData name="哲平 須山" userId="c26c017d0915661b" providerId="LiveId" clId="{DA26ABC9-5A05-45AB-90B3-A66BE5ECB02B}" dt="2026-09-13T13:57:18.650" v="56" actId="20577"/>
          <ac:spMkLst>
            <pc:docMk/>
            <pc:sldMk cId="0" sldId="280"/>
            <ac:spMk id="15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8.911" v="64" actId="20577"/>
        <pc:sldMkLst>
          <pc:docMk/>
          <pc:sldMk cId="0" sldId="281"/>
        </pc:sldMkLst>
        <pc:spChg chg="mod">
          <ac:chgData name="哲平 須山" userId="c26c017d0915661b" providerId="LiveId" clId="{DA26ABC9-5A05-45AB-90B3-A66BE5ECB02B}" dt="2026-09-13T13:57:18.911" v="64" actId="20577"/>
          <ac:spMkLst>
            <pc:docMk/>
            <pc:sldMk cId="0" sldId="281"/>
            <ac:spMk id="15" creationId="{00000000-0000-0000-0000-000000000000}"/>
          </ac:spMkLst>
        </pc:spChg>
      </pc:sldChg>
      <pc:sldChg chg="modSp mod">
        <pc:chgData name="哲平 須山" userId="c26c017d0915661b" providerId="LiveId" clId="{DA26ABC9-5A05-45AB-90B3-A66BE5ECB02B}" dt="2026-09-13T13:57:19.174" v="75" actId="20577"/>
        <pc:sldMkLst>
          <pc:docMk/>
          <pc:sldMk cId="0" sldId="282"/>
        </pc:sldMkLst>
        <pc:spChg chg="mod">
          <ac:chgData name="哲平 須山" userId="c26c017d0915661b" providerId="LiveId" clId="{DA26ABC9-5A05-45AB-90B3-A66BE5ECB02B}" dt="2026-09-13T13:57:19.174" v="75" actId="20577"/>
          <ac:spMkLst>
            <pc:docMk/>
            <pc:sldMk cId="0" sldId="282"/>
            <ac:spMk id="15" creationId="{00000000-0000-0000-0000-000000000000}"/>
          </ac:spMkLst>
        </pc:spChg>
      </pc:sldChg>
      <pc:sldChg chg="addSp modSp new mod">
        <pc:chgData name="哲平 須山" userId="c26c017d0915661b" providerId="LiveId" clId="{DA26ABC9-5A05-45AB-90B3-A66BE5ECB02B}" dt="2026-09-13T13:57:18.417" v="48" actId="20577"/>
        <pc:sldMkLst>
          <pc:docMk/>
          <pc:sldMk cId="3323469096" sldId="283"/>
        </pc:sldMkLst>
        <pc:spChg chg="mod">
          <ac:chgData name="哲平 須山" userId="c26c017d0915661b" providerId="LiveId" clId="{DA26ABC9-5A05-45AB-90B3-A66BE5ECB02B}" dt="2026-09-13T13:57:18.417" v="48" actId="20577"/>
          <ac:spMkLst>
            <pc:docMk/>
            <pc:sldMk cId="3323469096" sldId="283"/>
            <ac:spMk id="8" creationId="{00000000-0000-0000-0000-000000000000}"/>
          </ac:spMkLst>
        </pc:spChg>
      </pc:sldChg>
      <pc:sldChg chg="addSp modSp new mod">
        <pc:chgData name="哲平 須山" userId="c26c017d0915661b" providerId="LiveId" clId="{DA26ABC9-5A05-45AB-90B3-A66BE5ECB02B}" dt="2026-09-13T13:57:18.450" v="49" actId="20577"/>
        <pc:sldMkLst>
          <pc:docMk/>
          <pc:sldMk cId="4006661058" sldId="284"/>
        </pc:sldMkLst>
        <pc:spChg chg="mod">
          <ac:chgData name="哲平 須山" userId="c26c017d0915661b" providerId="LiveId" clId="{DA26ABC9-5A05-45AB-90B3-A66BE5ECB02B}" dt="2026-09-13T13:57:18.450" v="49" actId="20577"/>
          <ac:spMkLst>
            <pc:docMk/>
            <pc:sldMk cId="4006661058" sldId="284"/>
            <ac:spMk id="8" creationId="{00000000-0000-0000-0000-000000000000}"/>
          </ac:spMkLst>
        </pc:spChg>
      </pc:sldChg>
      <pc:sldChg chg="addSp modSp new mod">
        <pc:chgData name="哲平 須山" userId="c26c017d0915661b" providerId="LiveId" clId="{DA26ABC9-5A05-45AB-90B3-A66BE5ECB02B}" dt="2026-09-13T13:57:18.486" v="50" actId="20577"/>
        <pc:sldMkLst>
          <pc:docMk/>
          <pc:sldMk cId="3554745515" sldId="285"/>
        </pc:sldMkLst>
        <pc:spChg chg="mod">
          <ac:chgData name="哲平 須山" userId="c26c017d0915661b" providerId="LiveId" clId="{DA26ABC9-5A05-45AB-90B3-A66BE5ECB02B}" dt="2026-09-13T13:57:18.486" v="50" actId="20577"/>
          <ac:spMkLst>
            <pc:docMk/>
            <pc:sldMk cId="3554745515" sldId="285"/>
            <ac:spMk id="8" creationId="{00000000-0000-0000-0000-000000000000}"/>
          </ac:spMkLst>
        </pc:spChg>
      </pc:sldChg>
      <pc:sldChg chg="addSp modSp new mod">
        <pc:chgData name="哲平 須山" userId="c26c017d0915661b" providerId="LiveId" clId="{DA26ABC9-5A05-45AB-90B3-A66BE5ECB02B}" dt="2026-09-13T13:57:18.513" v="51" actId="20577"/>
        <pc:sldMkLst>
          <pc:docMk/>
          <pc:sldMk cId="1497915547" sldId="286"/>
        </pc:sldMkLst>
        <pc:spChg chg="mod">
          <ac:chgData name="哲平 須山" userId="c26c017d0915661b" providerId="LiveId" clId="{DA26ABC9-5A05-45AB-90B3-A66BE5ECB02B}" dt="2026-09-13T13:57:18.513" v="51" actId="20577"/>
          <ac:spMkLst>
            <pc:docMk/>
            <pc:sldMk cId="1497915547" sldId="286"/>
            <ac:spMk id="8" creationId="{00000000-0000-0000-0000-000000000000}"/>
          </ac:spMkLst>
        </pc:spChg>
      </pc:sldChg>
      <pc:sldChg chg="addSp modSp new mod">
        <pc:chgData name="哲平 須山" userId="c26c017d0915661b" providerId="LiveId" clId="{DA26ABC9-5A05-45AB-90B3-A66BE5ECB02B}" dt="2026-09-13T13:57:18.540" v="52" actId="20577"/>
        <pc:sldMkLst>
          <pc:docMk/>
          <pc:sldMk cId="1457868722" sldId="287"/>
        </pc:sldMkLst>
        <pc:spChg chg="mod">
          <ac:chgData name="哲平 須山" userId="c26c017d0915661b" providerId="LiveId" clId="{DA26ABC9-5A05-45AB-90B3-A66BE5ECB02B}" dt="2026-09-13T13:57:18.540" v="52" actId="20577"/>
          <ac:spMkLst>
            <pc:docMk/>
            <pc:sldMk cId="1457868722" sldId="287"/>
            <ac:spMk id="8" creationId="{00000000-0000-0000-0000-000000000000}"/>
          </ac:spMkLst>
        </pc:spChg>
      </pc:sldChg>
      <pc:sldChg chg="addSp modSp new mod">
        <pc:chgData name="哲平 須山" userId="c26c017d0915661b" providerId="LiveId" clId="{DA26ABC9-5A05-45AB-90B3-A66BE5ECB02B}" dt="2026-09-13T13:57:18.554" v="53" actId="20577"/>
        <pc:sldMkLst>
          <pc:docMk/>
          <pc:sldMk cId="3078026385" sldId="288"/>
        </pc:sldMkLst>
        <pc:spChg chg="mod">
          <ac:chgData name="哲平 須山" userId="c26c017d0915661b" providerId="LiveId" clId="{DA26ABC9-5A05-45AB-90B3-A66BE5ECB02B}" dt="2026-09-13T13:57:18.554" v="53" actId="20577"/>
          <ac:spMkLst>
            <pc:docMk/>
            <pc:sldMk cId="3078026385" sldId="288"/>
            <ac:spMk id="8" creationId="{00000000-0000-0000-0000-000000000000}"/>
          </ac:spMkLst>
        </pc:spChg>
      </pc:sldChg>
      <pc:sldChg chg="addSp modSp new mod">
        <pc:chgData name="哲平 須山" userId="c26c017d0915661b" providerId="LiveId" clId="{DA26ABC9-5A05-45AB-90B3-A66BE5ECB02B}" dt="2026-09-13T13:57:18.585" v="54" actId="20577"/>
        <pc:sldMkLst>
          <pc:docMk/>
          <pc:sldMk cId="1362645788" sldId="289"/>
        </pc:sldMkLst>
        <pc:spChg chg="mod">
          <ac:chgData name="哲平 須山" userId="c26c017d0915661b" providerId="LiveId" clId="{DA26ABC9-5A05-45AB-90B3-A66BE5ECB02B}" dt="2026-09-13T13:57:18.585" v="54" actId="20577"/>
          <ac:spMkLst>
            <pc:docMk/>
            <pc:sldMk cId="1362645788" sldId="289"/>
            <ac:spMk id="8" creationId="{00000000-0000-0000-0000-000000000000}"/>
          </ac:spMkLst>
        </pc:spChg>
      </pc:sldChg>
      <pc:sldChg chg="delSp modSp add mod">
        <pc:chgData name="哲平 須山" userId="c26c017d0915661b" providerId="LiveId" clId="{DA26ABC9-5A05-45AB-90B3-A66BE5ECB02B}" dt="2026-09-13T13:57:18.385" v="46" actId="20577"/>
        <pc:sldMkLst>
          <pc:docMk/>
          <pc:sldMk cId="1324904400" sldId="290"/>
        </pc:sldMkLst>
        <pc:spChg chg="mod">
          <ac:chgData name="哲平 須山" userId="c26c017d0915661b" providerId="LiveId" clId="{DA26ABC9-5A05-45AB-90B3-A66BE5ECB02B}" dt="2026-09-13T13:57:17.872" v="35" actId="20577"/>
          <ac:spMkLst>
            <pc:docMk/>
            <pc:sldMk cId="1324904400" sldId="290"/>
            <ac:spMk id="3" creationId="{81F66758-FA27-0420-A258-CA682D419BC2}"/>
          </ac:spMkLst>
        </pc:spChg>
        <pc:spChg chg="mod">
          <ac:chgData name="哲平 須山" userId="c26c017d0915661b" providerId="LiveId" clId="{DA26ABC9-5A05-45AB-90B3-A66BE5ECB02B}" dt="2026-09-13T13:57:17.909" v="36" actId="20577"/>
          <ac:spMkLst>
            <pc:docMk/>
            <pc:sldMk cId="1324904400" sldId="290"/>
            <ac:spMk id="5" creationId="{7CBA3B08-E1AA-8C07-AA51-49C78EA2F158}"/>
          </ac:spMkLst>
        </pc:spChg>
        <pc:spChg chg="mod">
          <ac:chgData name="哲平 須山" userId="c26c017d0915661b" providerId="LiveId" clId="{DA26ABC9-5A05-45AB-90B3-A66BE5ECB02B}" dt="2026-09-13T13:57:17.920" v="37" actId="20577"/>
          <ac:spMkLst>
            <pc:docMk/>
            <pc:sldMk cId="1324904400" sldId="290"/>
            <ac:spMk id="6" creationId="{1DF405F9-AA8F-50A7-E90E-AC0D50269E74}"/>
          </ac:spMkLst>
        </pc:spChg>
        <pc:spChg chg="mod">
          <ac:chgData name="哲平 須山" userId="c26c017d0915661b" providerId="LiveId" clId="{DA26ABC9-5A05-45AB-90B3-A66BE5ECB02B}" dt="2026-09-13T13:57:18.385" v="46" actId="20577"/>
          <ac:spMkLst>
            <pc:docMk/>
            <pc:sldMk cId="1324904400" sldId="290"/>
            <ac:spMk id="9" creationId="{D35C25EF-E723-BD96-4EFA-81FB86891DA2}"/>
          </ac:spMkLst>
        </pc:spChg>
        <pc:picChg chg="del">
          <ac:chgData name="哲平 須山" userId="c26c017d0915661b" providerId="LiveId" clId="{DA26ABC9-5A05-45AB-90B3-A66BE5ECB02B}" dt="2026-09-13T13:57:17.834" v="26"/>
          <ac:picMkLst>
            <pc:docMk/>
            <pc:sldMk cId="1324904400" sldId="290"/>
            <ac:picMk id="7" creationId="{B943FE9C-2A09-7AE3-35D1-BEA3316382AE}"/>
          </ac:picMkLst>
        </pc:picChg>
      </pc:sldChg>
      <pc:sldChg chg="modSp add mod">
        <pc:chgData name="哲平 須山" userId="c26c017d0915661b" providerId="LiveId" clId="{DA26ABC9-5A05-45AB-90B3-A66BE5ECB02B}" dt="2026-09-13T13:57:18.402" v="47" actId="20577"/>
        <pc:sldMkLst>
          <pc:docMk/>
          <pc:sldMk cId="3001075898" sldId="291"/>
        </pc:sldMkLst>
        <pc:spChg chg="mod">
          <ac:chgData name="哲平 須山" userId="c26c017d0915661b" providerId="LiveId" clId="{DA26ABC9-5A05-45AB-90B3-A66BE5ECB02B}" dt="2026-09-13T13:57:17.949" v="39" actId="20577"/>
          <ac:spMkLst>
            <pc:docMk/>
            <pc:sldMk cId="3001075898" sldId="291"/>
            <ac:spMk id="3" creationId="{6FADB050-9854-2C4A-2441-6CDB28E43DA8}"/>
          </ac:spMkLst>
        </pc:spChg>
        <pc:spChg chg="mod">
          <ac:chgData name="哲平 須山" userId="c26c017d0915661b" providerId="LiveId" clId="{DA26ABC9-5A05-45AB-90B3-A66BE5ECB02B}" dt="2026-09-13T13:57:17.962" v="40" actId="20577"/>
          <ac:spMkLst>
            <pc:docMk/>
            <pc:sldMk cId="3001075898" sldId="291"/>
            <ac:spMk id="5" creationId="{ED5C822D-EEAC-0DBA-4453-6ED3705D997C}"/>
          </ac:spMkLst>
        </pc:spChg>
        <pc:spChg chg="mod">
          <ac:chgData name="哲平 須山" userId="c26c017d0915661b" providerId="LiveId" clId="{DA26ABC9-5A05-45AB-90B3-A66BE5ECB02B}" dt="2026-09-13T13:57:17.973" v="41" actId="20577"/>
          <ac:spMkLst>
            <pc:docMk/>
            <pc:sldMk cId="3001075898" sldId="291"/>
            <ac:spMk id="6" creationId="{CE901434-3A74-2FBB-3966-56BFF3365A5C}"/>
          </ac:spMkLst>
        </pc:spChg>
        <pc:spChg chg="mod">
          <ac:chgData name="哲平 須山" userId="c26c017d0915661b" providerId="LiveId" clId="{DA26ABC9-5A05-45AB-90B3-A66BE5ECB02B}" dt="2026-09-13T13:57:18.402" v="47" actId="20577"/>
          <ac:spMkLst>
            <pc:docMk/>
            <pc:sldMk cId="3001075898" sldId="291"/>
            <ac:spMk id="9" creationId="{B87ADE43-9EFD-2725-0D37-390AEB4EE31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85800" y="2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4000" b="1">
                <a:solidFill>
                  <a:srgbClr val="1F3864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4" name="Rectangle 3"/>
          <p:cNvSpPr/>
          <p:nvPr/>
        </p:nvSpPr>
        <p:spPr>
          <a:xfrm>
            <a:off x="885800" y="3400000"/>
            <a:ext cx="140000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5800" y="3650000"/>
            <a:ext cx="90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400" b="0">
                <a:solidFill>
                  <a:srgbClr val="333333"/>
                </a:solidFill>
                <a:latin typeface="游ゴシック"/>
                <a:ea typeface="游ゴシック"/>
              </a:rPr>
              <a:t>資格試験の学習計画を立て、日々の実績を記録し、計画を見直すためのアプリ</a:t>
            </a:r>
          </a:p>
          <a:p>
            <a:pPr algn="l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lang="ja-JP" altLang="en-US" sz="1200" b="0">
                <a:solidFill>
                  <a:srgbClr val="7A7A7A"/>
                </a:solidFill>
                <a:latin typeface="游ゴシック"/>
                <a:ea typeface="游ゴシック"/>
              </a:rPr>
              <a:t>Windows デスクトップ版　画面キャプチャで見る操作手順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00" y="5750000"/>
            <a:ext cx="9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100" b="0">
                <a:solidFill>
                  <a:srgbClr val="7A7A7A"/>
                </a:solidFill>
                <a:latin typeface="游ゴシック"/>
                <a:ea typeface="游ゴシック"/>
              </a:rPr>
              <a:t>2026-09-06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2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全体の流れ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440000"/>
            <a:ext cx="900000" cy="380000"/>
          </a:xfrm>
          <a:prstGeom prst="roundRect">
            <a:avLst>
              <a:gd name="adj" fmla="val 4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100" b="1">
                <a:solidFill>
                  <a:srgbClr val="2563EB"/>
                </a:solidFill>
                <a:latin typeface="游ゴシック"/>
                <a:ea typeface="游ゴシック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5800" y="1460000"/>
            <a:ext cx="24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400" b="1">
                <a:solidFill>
                  <a:srgbClr val="1F3864"/>
                </a:solidFill>
                <a:latin typeface="游ゴシック"/>
                <a:ea typeface="游ゴシック"/>
              </a:rPr>
              <a:t>起動する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85800" y="1480000"/>
            <a:ext cx="70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Michinari.exe を起動する（初回は SmartScreen の警告に対応）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60000"/>
            <a:ext cx="900000" cy="380000"/>
          </a:xfrm>
          <a:prstGeom prst="roundRect">
            <a:avLst>
              <a:gd name="adj" fmla="val 4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100" b="1">
                <a:solidFill>
                  <a:srgbClr val="2563EB"/>
                </a:solidFill>
                <a:latin typeface="游ゴシック"/>
                <a:ea typeface="游ゴシック"/>
              </a:rPr>
              <a:t>STEP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5800" y="2080000"/>
            <a:ext cx="24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400" b="1">
                <a:solidFill>
                  <a:srgbClr val="1F3864"/>
                </a:solidFill>
                <a:latin typeface="游ゴシック"/>
                <a:ea typeface="游ゴシック"/>
              </a:rPr>
              <a:t>初期設定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5800" y="2100000"/>
            <a:ext cx="70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NewtonX で PAT を発行し、設定 → AI接続 で Host とともに登録する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80000"/>
            <a:ext cx="900000" cy="380000"/>
          </a:xfrm>
          <a:prstGeom prst="roundRect">
            <a:avLst>
              <a:gd name="adj" fmla="val 4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100" b="1">
                <a:solidFill>
                  <a:srgbClr val="2563EB"/>
                </a:solidFill>
                <a:latin typeface="游ゴシック"/>
                <a:ea typeface="游ゴシック"/>
              </a:rPr>
              <a:t>STEP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5800" y="2700000"/>
            <a:ext cx="24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400" b="1">
                <a:solidFill>
                  <a:srgbClr val="1F3864"/>
                </a:solidFill>
                <a:latin typeface="游ゴシック"/>
                <a:ea typeface="游ゴシック"/>
              </a:rPr>
              <a:t>目標をつくる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5800" y="2720000"/>
            <a:ext cx="70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目標一覧 → 新規目標作成 で目標を登録する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00000"/>
            <a:ext cx="900000" cy="380000"/>
          </a:xfrm>
          <a:prstGeom prst="roundRect">
            <a:avLst>
              <a:gd name="adj" fmla="val 4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100" b="1">
                <a:solidFill>
                  <a:srgbClr val="2563EB"/>
                </a:solidFill>
                <a:latin typeface="游ゴシック"/>
                <a:ea typeface="游ゴシック"/>
              </a:rPr>
              <a:t>STEP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5800" y="3320000"/>
            <a:ext cx="24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400" b="1">
                <a:solidFill>
                  <a:srgbClr val="1F3864"/>
                </a:solidFill>
                <a:latin typeface="游ゴシック"/>
                <a:ea typeface="游ゴシック"/>
              </a:rPr>
              <a:t>中身を整える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5800" y="3340000"/>
            <a:ext cx="70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試験科目・教材・リソース配分・負荷プロファイルを設定する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20000"/>
            <a:ext cx="900000" cy="380000"/>
          </a:xfrm>
          <a:prstGeom prst="roundRect">
            <a:avLst>
              <a:gd name="adj" fmla="val 4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100" b="1">
                <a:solidFill>
                  <a:srgbClr val="2563EB"/>
                </a:solidFill>
                <a:latin typeface="游ゴシック"/>
                <a:ea typeface="游ゴシック"/>
              </a:rPr>
              <a:t>STEP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5800" y="3940000"/>
            <a:ext cx="24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400" b="1">
                <a:solidFill>
                  <a:srgbClr val="1F3864"/>
                </a:solidFill>
                <a:latin typeface="游ゴシック"/>
                <a:ea typeface="游ゴシック"/>
              </a:rPr>
              <a:t>毎日記録する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5800" y="3960000"/>
            <a:ext cx="70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ダッシュボードから日次報告を入力し、カレンダーで状況を確認する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40000"/>
            <a:ext cx="900000" cy="380000"/>
          </a:xfrm>
          <a:prstGeom prst="roundRect">
            <a:avLst>
              <a:gd name="adj" fmla="val 4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100" b="1">
                <a:solidFill>
                  <a:srgbClr val="2563EB"/>
                </a:solidFill>
                <a:latin typeface="游ゴシック"/>
                <a:ea typeface="游ゴシック"/>
              </a:rPr>
              <a:t>STEP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5800" y="4560000"/>
            <a:ext cx="24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400" b="1">
                <a:solidFill>
                  <a:srgbClr val="1F3864"/>
                </a:solidFill>
                <a:latin typeface="游ゴシック"/>
                <a:ea typeface="游ゴシック"/>
              </a:rPr>
              <a:t>ふりかえる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5800" y="4580000"/>
            <a:ext cx="70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分析画面の 7 タブで進捗・品質・予測を確認する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60000"/>
            <a:ext cx="900000" cy="380000"/>
          </a:xfrm>
          <a:prstGeom prst="roundRect">
            <a:avLst>
              <a:gd name="adj" fmla="val 4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100" b="1">
                <a:solidFill>
                  <a:srgbClr val="2563EB"/>
                </a:solidFill>
                <a:latin typeface="游ゴシック"/>
                <a:ea typeface="游ゴシック"/>
              </a:rPr>
              <a:t>STEP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5800" y="5180000"/>
            <a:ext cx="24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400" b="1">
                <a:solidFill>
                  <a:srgbClr val="1F3864"/>
                </a:solidFill>
                <a:latin typeface="游ゴシック"/>
                <a:ea typeface="游ゴシック"/>
              </a:rPr>
              <a:t>目標を整理する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5800" y="5200000"/>
            <a:ext cx="70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終わった目標をアーカイブ・削除する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2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26200" y="1400000"/>
            <a:ext cx="1400000" cy="380000"/>
          </a:xfrm>
          <a:prstGeom prst="roundRect">
            <a:avLst>
              <a:gd name="adj" fmla="val 40000"/>
            </a:avLst>
          </a:prstGeom>
          <a:solidFill>
            <a:srgbClr val="7F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ja-JP" altLang="en-US" sz="1000" b="1">
                <a:solidFill>
                  <a:srgbClr val="1F3864"/>
                </a:solidFill>
                <a:latin typeface="游ゴシック"/>
                <a:ea typeface="游ゴシック"/>
                <a:cs typeface="游ゴシック"/>
              </a:rPr>
              <a:t>1 セットアップ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86200" y="1400000"/>
            <a:ext cx="1400000" cy="380000"/>
          </a:xfrm>
          <a:prstGeom prst="roundRect">
            <a:avLst>
              <a:gd name="adj" fmla="val 40000"/>
            </a:avLst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ja-JP" altLang="en-US" sz="1000" b="0">
                <a:solidFill>
                  <a:srgbClr val="9CB3D9"/>
                </a:solidFill>
                <a:latin typeface="游ゴシック"/>
                <a:ea typeface="游ゴシック"/>
                <a:cs typeface="游ゴシック"/>
              </a:rPr>
              <a:t>2 目標をつくる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6200" y="1400000"/>
            <a:ext cx="1400000" cy="380000"/>
          </a:xfrm>
          <a:prstGeom prst="roundRect">
            <a:avLst>
              <a:gd name="adj" fmla="val 40000"/>
            </a:avLst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ja-JP" altLang="en-US" sz="1000" b="0">
                <a:solidFill>
                  <a:srgbClr val="9CB3D9"/>
                </a:solidFill>
                <a:latin typeface="游ゴシック"/>
                <a:ea typeface="游ゴシック"/>
                <a:cs typeface="游ゴシック"/>
              </a:rPr>
              <a:t>3 毎日つかう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06200" y="1400000"/>
            <a:ext cx="1400000" cy="380000"/>
          </a:xfrm>
          <a:prstGeom prst="roundRect">
            <a:avLst>
              <a:gd name="adj" fmla="val 40000"/>
            </a:avLst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ja-JP" altLang="en-US" sz="1000" b="0">
                <a:solidFill>
                  <a:srgbClr val="9CB3D9"/>
                </a:solidFill>
                <a:latin typeface="游ゴシック"/>
                <a:ea typeface="游ゴシック"/>
                <a:cs typeface="游ゴシック"/>
              </a:rPr>
              <a:t>4 整理する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00000"/>
            <a:ext cx="40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400" b="1">
                <a:solidFill>
                  <a:srgbClr val="7FB0FF"/>
                </a:solidFill>
                <a:latin typeface="游ゴシック"/>
                <a:ea typeface="游ゴシック"/>
                <a:cs typeface="游ゴシック"/>
              </a:rPr>
              <a:t>PART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8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36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セットアップ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960000"/>
            <a:ext cx="1400000" cy="45720"/>
          </a:xfrm>
          <a:prstGeom prst="rect">
            <a:avLst/>
          </a:prstGeom>
          <a:solidFill>
            <a:srgbClr val="7F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200000"/>
            <a:ext cx="90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>
                <a:solidFill>
                  <a:srgbClr val="D8DDE5"/>
                </a:solidFill>
                <a:latin typeface="游ゴシック"/>
                <a:ea typeface="游ゴシック"/>
                <a:cs typeface="游ゴシック"/>
              </a:rPr>
              <a:t>アプリを起動し、AI接続を設定します。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0000"/>
            <a:ext cx="90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100" b="1">
                <a:solidFill>
                  <a:srgbClr val="9CB3D9"/>
                </a:solidFill>
                <a:latin typeface="游ゴシック"/>
                <a:ea typeface="游ゴシック"/>
                <a:cs typeface="游ゴシック"/>
              </a:rPr>
              <a:t>このパートに含まれる手順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60000"/>
            <a:ext cx="90000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400" b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STEP 1　起動する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400" b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STEP 2　初期設定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150000"/>
            <a:ext cx="8200000" cy="720000"/>
          </a:xfrm>
          <a:prstGeom prst="roundRect">
            <a:avLst>
              <a:gd name="adj" fmla="val 8000"/>
            </a:avLst>
          </a:prstGeom>
          <a:solidFill>
            <a:srgbClr val="2A4A7F"/>
          </a:solidFill>
          <a:ln w="9525">
            <a:solidFill>
              <a:srgbClr val="7F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ja-JP" altLang="en-US" sz="1300" b="1">
                <a:solidFill>
                  <a:srgbClr val="7FB0FF"/>
                </a:solidFill>
                <a:latin typeface="游ゴシック"/>
                <a:ea typeface="游ゴシック"/>
                <a:cs typeface="游ゴシック"/>
              </a:rPr>
              <a:t>ゴール　</a:t>
            </a:r>
            <a:r>
              <a:rPr lang="ja-JP" altLang="en-US" sz="1300" b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このパートが終わると、アプリの初期設定は完了です。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9CB3D9"/>
                </a:solidFill>
                <a:latin typeface="游ゴシック"/>
                <a:ea typeface="游ゴシック"/>
                <a:cs typeface="游ゴシック"/>
              </a:rPr>
              <a:t>ミチナリ ユーザ手順書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9CB3D9"/>
                </a:solidFill>
                <a:latin typeface="游ゴシック"/>
                <a:ea typeface="游ゴシック"/>
                <a:cs typeface="游ゴシック"/>
              </a:rPr>
              <a:t>3 / 36</a:t>
            </a:r>
            <a:endParaRPr lang="ja-JP" altLang="en-US" sz="900" b="0">
              <a:solidFill>
                <a:srgbClr val="9CB3D9"/>
              </a:solidFill>
              <a:latin typeface="游ゴシック"/>
              <a:ea typeface="游ゴシック"/>
              <a:cs typeface="游ゴシック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153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1  起動する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アプリを起動する（Windows の警告が出た場合）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Michinari.exe をダブルクリックします。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初回起動時は Windows の SmartScreen 警告が表示されることがあります。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画面の「詳細情報」をクリックします。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131780"/>
            <a:ext cx="3500000" cy="9982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000" b="1">
                <a:solidFill>
                  <a:srgbClr val="8A5A00"/>
                </a:solidFill>
                <a:latin typeface="游ゴシック"/>
                <a:ea typeface="游ゴシック"/>
              </a:rPr>
              <a:t>注意</a:t>
            </a:r>
          </a:p>
          <a:p>
            <a:pPr algn="l" eaLnBrk="1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000" b="0">
                <a:solidFill>
                  <a:srgbClr val="8A5A00"/>
                </a:solidFill>
                <a:latin typeface="游ゴシック"/>
                <a:ea typeface="游ゴシック"/>
              </a:rPr>
              <a:t>この画面のままでは「実行」ボタンが表示されません。「実行しない」を押すと起動しないため、必ず「詳細情報」を押してください。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60" y="1380000"/>
            <a:ext cx="5070080" cy="4750000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4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153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1  起動する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「実行」を押してアプリを開く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15022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「詳細情報」を押すと、アプリ名（</a:t>
            </a:r>
            <a:r>
              <a:rPr lang="en-US" altLang="ja-JP" sz="1200" b="0">
                <a:solidFill>
                  <a:srgbClr val="333333"/>
                </a:solidFill>
                <a:latin typeface="游ゴシック"/>
                <a:ea typeface="游ゴシック"/>
              </a:rPr>
              <a:t>Michinari.exe</a:t>
            </a: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）と発行元が表示されます。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「実行」をクリックします。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ブラウザが開き、ダッシュボード画面が表示されます。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03230"/>
            <a:ext cx="3500000" cy="82677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000" b="1">
                <a:solidFill>
                  <a:srgbClr val="8A5A00"/>
                </a:solidFill>
                <a:latin typeface="游ゴシック"/>
                <a:ea typeface="游ゴシック"/>
              </a:rPr>
              <a:t>補足</a:t>
            </a:r>
          </a:p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ja-JP" sz="1000" b="1">
                <a:solidFill>
                  <a:srgbClr val="8A5A00"/>
                </a:solidFill>
                <a:latin typeface="游ゴシック"/>
                <a:ea typeface="游ゴシック"/>
              </a:rPr>
              <a:t>2 </a:t>
            </a:r>
            <a:r>
              <a:rPr lang="ja-JP" altLang="en-US" sz="1000" b="1">
                <a:solidFill>
                  <a:srgbClr val="8A5A00"/>
                </a:solidFill>
                <a:latin typeface="游ゴシック"/>
                <a:ea typeface="游ゴシック"/>
              </a:rPr>
              <a:t>回目以降の起動ではこの警告が表示されないことがあります。アプリ本体は画面右下の通知領域で待機します（次ページ）。</a:t>
            </a:r>
            <a:endParaRPr lang="ja-JP" altLang="en-US" sz="1000" b="0">
              <a:solidFill>
                <a:srgbClr val="8A5A00"/>
              </a:solidFill>
              <a:latin typeface="游ゴシック"/>
              <a:ea typeface="游ゴシック"/>
            </a:endParaRP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655" y="1380000"/>
            <a:ext cx="5072690" cy="4750000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5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78CD9-AA1F-2854-FD81-D932204E9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8268B57-EA31-B6F2-C89D-F988868692FD}"/>
              </a:ext>
            </a:extLst>
          </p:cNvPr>
          <p:cNvSpPr/>
          <p:nvPr/>
        </p:nvSpPr>
        <p:spPr>
          <a:xfrm>
            <a:off x="685800" y="430000"/>
            <a:ext cx="153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1  起動する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F66758-FA27-0420-A258-CA682D419BC2}"/>
              </a:ext>
            </a:extLst>
          </p:cNvPr>
          <p:cNvSpPr txBox="1"/>
          <p:nvPr/>
        </p:nvSpPr>
        <p:spPr>
          <a:xfrm>
            <a:off x="685800" y="790000"/>
            <a:ext cx="10820400" cy="427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画面を開きなおす・終了する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91E4F5-436D-4D30-18C1-0EAAA2642EE2}"/>
              </a:ext>
            </a:extLst>
          </p:cNvPr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A3B08-E1AA-8C07-AA51-49C78EA2F158}"/>
              </a:ext>
            </a:extLst>
          </p:cNvPr>
          <p:cNvSpPr txBox="1"/>
          <p:nvPr/>
        </p:nvSpPr>
        <p:spPr>
          <a:xfrm>
            <a:off x="685800" y="1380000"/>
            <a:ext cx="10820400" cy="1359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アプリ本体は、画面右下の通知領域（時計の左側にアイコンが並ぶ場所）に常駐します。黒い画面（コンソール）は表示されません。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アイコンが見当たらないときは、通知領域の「</a:t>
            </a:r>
            <a:r>
              <a:rPr lang="en-US" altLang="ja-JP" sz="1200" b="0">
                <a:solidFill>
                  <a:srgbClr val="333333"/>
                </a:solidFill>
                <a:latin typeface="游ゴシック"/>
                <a:ea typeface="游ゴシック"/>
              </a:rPr>
              <a:t>^</a:t>
            </a: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」ボタンを押すと、隠れているアイコンが表示されます。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画面を開きなおすときは、ミチナリのアイコンをクリックします。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④ 終了するときは、アイコンを右クリックして「終了」を選びます。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DF405F9-AA8F-50A7-E90E-AC0D50269E74}"/>
              </a:ext>
            </a:extLst>
          </p:cNvPr>
          <p:cNvSpPr/>
          <p:nvPr/>
        </p:nvSpPr>
        <p:spPr>
          <a:xfrm>
            <a:off x="685800" y="5303230"/>
            <a:ext cx="10820400" cy="82677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000" b="1">
                <a:solidFill>
                  <a:srgbClr val="8A5A00"/>
                </a:solidFill>
                <a:latin typeface="游ゴシック"/>
                <a:ea typeface="游ゴシック"/>
              </a:rPr>
              <a:t>注意</a:t>
            </a:r>
          </a:p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000" b="1">
                <a:solidFill>
                  <a:srgbClr val="8A5A00"/>
                </a:solidFill>
                <a:latin typeface="游ゴシック"/>
                <a:ea typeface="游ゴシック"/>
              </a:rPr>
              <a:t>ブラウザのタブを閉じただけでは終了しません。「終了」を選ぶと、保存中の処理が終わるのを待ってから安全に停止します。</a:t>
            </a:r>
            <a:endParaRPr lang="ja-JP" altLang="en-US" sz="1000" b="0">
              <a:solidFill>
                <a:srgbClr val="8A5A00"/>
              </a:solidFill>
              <a:latin typeface="游ゴシック"/>
              <a:ea typeface="游ゴシック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5EF004-9DDD-487C-5144-FAFB677B8AF9}"/>
              </a:ext>
            </a:extLst>
          </p:cNvPr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5C25EF-E723-BD96-4EFA-81FB86891DA2}"/>
              </a:ext>
            </a:extLst>
          </p:cNvPr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6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324904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F32CD-B5A7-1356-48D2-0CFD21422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D67195-9792-6A6A-26C5-C2B24CDAA852}"/>
              </a:ext>
            </a:extLst>
          </p:cNvPr>
          <p:cNvSpPr/>
          <p:nvPr/>
        </p:nvSpPr>
        <p:spPr>
          <a:xfrm>
            <a:off x="685800" y="430000"/>
            <a:ext cx="153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1  起動する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ADB050-9854-2C4A-2441-6CDB28E43DA8}"/>
              </a:ext>
            </a:extLst>
          </p:cNvPr>
          <p:cNvSpPr txBox="1"/>
          <p:nvPr/>
        </p:nvSpPr>
        <p:spPr>
          <a:xfrm>
            <a:off x="685800" y="790000"/>
            <a:ext cx="10820400" cy="427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記録リマインドと自動起動を設定する（任意）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4B6189-04AF-2E8C-4676-B67C7D4735E1}"/>
              </a:ext>
            </a:extLst>
          </p:cNvPr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5C822D-EEAC-0DBA-4453-6ED3705D997C}"/>
              </a:ext>
            </a:extLst>
          </p:cNvPr>
          <p:cNvSpPr txBox="1"/>
          <p:nvPr/>
        </p:nvSpPr>
        <p:spPr>
          <a:xfrm>
            <a:off x="685800" y="1380000"/>
            <a:ext cx="10820400" cy="1359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「設定」画面を開き、「デスクトップ・通知」を探します。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「記録リマインドの通知を出す」をオンにし、通知する時刻（既定は </a:t>
            </a:r>
            <a:r>
              <a:rPr lang="en-US" altLang="ja-JP" sz="1200" b="0">
                <a:solidFill>
                  <a:srgbClr val="333333"/>
                </a:solidFill>
                <a:latin typeface="游ゴシック"/>
                <a:ea typeface="游ゴシック"/>
              </a:rPr>
              <a:t>21:00</a:t>
            </a: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）を決めます。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「</a:t>
            </a:r>
            <a:r>
              <a:rPr lang="en-US" altLang="ja-JP" sz="1200" b="0">
                <a:solidFill>
                  <a:srgbClr val="333333"/>
                </a:solidFill>
                <a:latin typeface="游ゴシック"/>
                <a:ea typeface="游ゴシック"/>
              </a:rPr>
              <a:t>Windows </a:t>
            </a: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起動時に自動で起動する」をオンにすると、サインインしたときにミチナリが通知領域で待機します（既定はオフ）。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④ 「保存」を押します。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E901434-3A74-2FBB-3966-56BFF3365A5C}"/>
              </a:ext>
            </a:extLst>
          </p:cNvPr>
          <p:cNvSpPr/>
          <p:nvPr/>
        </p:nvSpPr>
        <p:spPr>
          <a:xfrm>
            <a:off x="685800" y="5303230"/>
            <a:ext cx="10820400" cy="82677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000" b="1">
                <a:solidFill>
                  <a:srgbClr val="8A5A00"/>
                </a:solidFill>
                <a:latin typeface="游ゴシック"/>
                <a:ea typeface="游ゴシック"/>
              </a:rPr>
              <a:t>補足</a:t>
            </a:r>
          </a:p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000" b="1">
                <a:solidFill>
                  <a:srgbClr val="8A5A00"/>
                </a:solidFill>
                <a:latin typeface="游ゴシック"/>
                <a:ea typeface="游ゴシック"/>
              </a:rPr>
              <a:t>その日の記録がまだのときだけ通知します。記録済みの日と、カレンダーで除外日にした日には通知しません。通知をクリックすると、その日の記録画面が開きます。通知はミチナリを起動しているあいだだけ動作します。</a:t>
            </a:r>
            <a:endParaRPr lang="ja-JP" altLang="en-US" sz="1000" b="0">
              <a:solidFill>
                <a:srgbClr val="8A5A00"/>
              </a:solidFill>
              <a:latin typeface="游ゴシック"/>
              <a:ea typeface="游ゴシック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842E54-08B2-4D38-3C4A-E03EE4313EF8}"/>
              </a:ext>
            </a:extLst>
          </p:cNvPr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ADE43-9EFD-2725-0D37-390AEB4EE317}"/>
              </a:ext>
            </a:extLst>
          </p:cNvPr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7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001075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153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2  初期設定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PAT を取得する ① NewtonX の Web 版を開く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ブラウザで NewtonX の Web 版を開き、サインインします。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URL は https://xxx.newton-x.net です（xxx はご所属のサブドメイン）。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左端のメニューから「アカウント」をクリックします。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131780"/>
            <a:ext cx="3500000" cy="9982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000" b="1">
                <a:solidFill>
                  <a:srgbClr val="8A5A00"/>
                </a:solidFill>
                <a:latin typeface="游ゴシック"/>
                <a:ea typeface="游ゴシック"/>
              </a:rPr>
              <a:t>補足</a:t>
            </a:r>
          </a:p>
          <a:p>
            <a:pPr algn="l" eaLnBrk="1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000" b="0">
                <a:solidFill>
                  <a:srgbClr val="8A5A00"/>
                </a:solidFill>
                <a:latin typeface="游ゴシック"/>
                <a:ea typeface="游ゴシック"/>
              </a:rPr>
              <a:t>この画面はミチナリではなく、ブラウザで開く NewtonX の Web 版です。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8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  <p:pic>
        <p:nvPicPr>
          <p:cNvPr id="9" name="図 2" descr="The image shows a user interface with a chatbot prompt, various options, and a search bar, possibly for a help or task request system.&#10;&#10;AI 生成コンテンツは誤りを含む可能性があります。">
            <a:extLst>
              <a:ext uri="{FF2B5EF4-FFF2-40B4-BE49-F238E27FC236}">
                <a16:creationId xmlns:a16="http://schemas.microsoft.com/office/drawing/2014/main" id="{12161DD7-DDA8-1C1E-6EF2-E72B25B79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2017715"/>
            <a:ext cx="7000400" cy="3474570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B5885D8-3F08-5614-983B-DAA4A2B924AE}"/>
              </a:ext>
            </a:extLst>
          </p:cNvPr>
          <p:cNvSpPr/>
          <p:nvPr/>
        </p:nvSpPr>
        <p:spPr>
          <a:xfrm>
            <a:off x="5038344" y="3108960"/>
            <a:ext cx="1325880" cy="20228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3469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153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2  初期設定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PAT を取得する ② アカウント画面を開く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「アカウント情報」が表示されます。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左のメニューから「アクセストークン」をクリックします。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131780"/>
            <a:ext cx="3500000" cy="9982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000" b="1">
                <a:solidFill>
                  <a:srgbClr val="8A5A00"/>
                </a:solidFill>
                <a:latin typeface="游ゴシック"/>
                <a:ea typeface="游ゴシック"/>
              </a:rPr>
              <a:t>補足</a:t>
            </a:r>
          </a:p>
          <a:p>
            <a:pPr algn="l" eaLnBrk="1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000" b="0">
                <a:solidFill>
                  <a:srgbClr val="8A5A00"/>
                </a:solidFill>
                <a:latin typeface="游ゴシック"/>
                <a:ea typeface="游ゴシック"/>
              </a:rPr>
              <a:t>表示される氏名・メールアドレスは、サインイン中のご自身のものです。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9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  <p:pic>
        <p:nvPicPr>
          <p:cNvPr id="9" name="図 2" descr="The image is a screenshot of a user account settings page in a software application, featuring fields for account name, chat, email, department, and various options for tokens and templates.&#10;&#10;AI 生成コンテンツは誤りを含む可能性があります。">
            <a:extLst>
              <a:ext uri="{FF2B5EF4-FFF2-40B4-BE49-F238E27FC236}">
                <a16:creationId xmlns:a16="http://schemas.microsoft.com/office/drawing/2014/main" id="{D7402824-F8FF-B8C2-D8C9-9CE26CD34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2022264"/>
            <a:ext cx="7000400" cy="3465472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36EE3E1-47E1-CB70-02F0-481840E87192}"/>
              </a:ext>
            </a:extLst>
          </p:cNvPr>
          <p:cNvSpPr/>
          <p:nvPr/>
        </p:nvSpPr>
        <p:spPr>
          <a:xfrm>
            <a:off x="6795944" y="2322576"/>
            <a:ext cx="483696" cy="228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7DB19B2-B92D-0780-8F1A-051491CC271F}"/>
              </a:ext>
            </a:extLst>
          </p:cNvPr>
          <p:cNvSpPr/>
          <p:nvPr/>
        </p:nvSpPr>
        <p:spPr>
          <a:xfrm>
            <a:off x="9086088" y="2322576"/>
            <a:ext cx="1089152" cy="228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06661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153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2  初期設定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PAT を取得する ③ 「新規発行」をクリックする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「NewtonX ADK Token」の一覧が表示されます。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発行済みのトークンがある場合は、名前と有効期限が並びます。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右上の「＋ 新規発行」をクリックします。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131780"/>
            <a:ext cx="3500000" cy="9982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000" b="1">
                <a:solidFill>
                  <a:srgbClr val="8A5A00"/>
                </a:solidFill>
                <a:latin typeface="游ゴシック"/>
                <a:ea typeface="游ゴシック"/>
              </a:rPr>
              <a:t>注意</a:t>
            </a:r>
          </a:p>
          <a:p>
            <a:pPr algn="l" eaLnBrk="1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000" b="0">
                <a:solidFill>
                  <a:srgbClr val="8A5A00"/>
                </a:solidFill>
                <a:latin typeface="游ゴシック"/>
                <a:ea typeface="游ゴシック"/>
              </a:rPr>
              <a:t>トークンは発行時にしか表示されません。控えていない場合は作り直します。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10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  <p:pic>
        <p:nvPicPr>
          <p:cNvPr id="9" name="図 2" descr="The image shows a screen with various options for managing an account, including a section for NewtonX ADK Token, which includes information about the token's creation and expiration date.&#10;&#10;AI 生成コンテンツは誤りを含む可能性があります。">
            <a:extLst>
              <a:ext uri="{FF2B5EF4-FFF2-40B4-BE49-F238E27FC236}">
                <a16:creationId xmlns:a16="http://schemas.microsoft.com/office/drawing/2014/main" id="{7048EBE2-EE96-84AE-09D6-3D4BF38FA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2017674"/>
            <a:ext cx="7000400" cy="3474651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</p:spTree>
    <p:extLst>
      <p:ext uri="{BB962C8B-B14F-4D97-AF65-F5344CB8AC3E}">
        <p14:creationId xmlns:p14="http://schemas.microsoft.com/office/powerpoint/2010/main" val="3554745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153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2  初期設定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PAT を取得する ④ 発行ダイアログを開く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「NewtonX ADK Token 発行」ダイアログが開きます。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「トークン名」が空のあいだは「発行する」を押せません。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131780"/>
            <a:ext cx="3500000" cy="9982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000" b="1">
                <a:solidFill>
                  <a:srgbClr val="8A5A00"/>
                </a:solidFill>
                <a:latin typeface="游ゴシック"/>
                <a:ea typeface="游ゴシック"/>
              </a:rPr>
              <a:t>補足</a:t>
            </a:r>
          </a:p>
          <a:p>
            <a:pPr algn="l" eaLnBrk="1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000" b="0">
                <a:solidFill>
                  <a:srgbClr val="8A5A00"/>
                </a:solidFill>
                <a:latin typeface="游ゴシック"/>
                <a:ea typeface="游ゴシック"/>
              </a:rPr>
              <a:t>トークン名は、あとから一覧で見分けるための名前です。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11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  <p:pic>
        <p:nvPicPr>
          <p:cNvPr id="9" name="図 2" descr="The image shows a user interface with a field for entering a token name, with options to cancel or proceed with the token generation.&#10;&#10;AI 生成コンテンツは誤りを含む可能性があります。">
            <a:extLst>
              <a:ext uri="{FF2B5EF4-FFF2-40B4-BE49-F238E27FC236}">
                <a16:creationId xmlns:a16="http://schemas.microsoft.com/office/drawing/2014/main" id="{A9668B4F-A798-988A-849D-4A6882334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000" y="2577371"/>
            <a:ext cx="5600000" cy="2355257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</p:spTree>
    <p:extLst>
      <p:ext uri="{BB962C8B-B14F-4D97-AF65-F5344CB8AC3E}">
        <p14:creationId xmlns:p14="http://schemas.microsoft.com/office/powerpoint/2010/main" val="1497915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153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2  初期設定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PAT を取得する ⑤ トークン名を入力して発行する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「トークン名」に、用途がわかる名前を入力します（例：ミチナリ）。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「発行する」をクリックします。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131780"/>
            <a:ext cx="3500000" cy="9982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000" b="1">
                <a:solidFill>
                  <a:srgbClr val="8A5A00"/>
                </a:solidFill>
                <a:latin typeface="游ゴシック"/>
                <a:ea typeface="游ゴシック"/>
              </a:rPr>
              <a:t>補足</a:t>
            </a:r>
          </a:p>
          <a:p>
            <a:pPr algn="l" eaLnBrk="1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000" b="0">
                <a:solidFill>
                  <a:srgbClr val="8A5A00"/>
                </a:solidFill>
                <a:latin typeface="游ゴシック"/>
                <a:ea typeface="游ゴシック"/>
              </a:rPr>
              <a:t>用途ごとに分けて発行しておくと、あとで管理しやすくなります。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12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  <p:pic>
        <p:nvPicPr>
          <p:cNvPr id="9" name="図 2" descr="The image is a Japanese interface showing a NewX ADK Token with fields for entering the token's name (PAD), a cancel button, and a button to proceed with the token issuance.&#10;&#10;AI 生成コンテンツは誤りを含む可能性があります。">
            <a:extLst>
              <a:ext uri="{FF2B5EF4-FFF2-40B4-BE49-F238E27FC236}">
                <a16:creationId xmlns:a16="http://schemas.microsoft.com/office/drawing/2014/main" id="{765642D4-8ED1-47DA-E41F-999DF2E03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000" y="2588073"/>
            <a:ext cx="5600000" cy="2333854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</p:spTree>
    <p:extLst>
      <p:ext uri="{BB962C8B-B14F-4D97-AF65-F5344CB8AC3E}">
        <p14:creationId xmlns:p14="http://schemas.microsoft.com/office/powerpoint/2010/main" val="1457868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153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2  初期設定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PAT を取得する ⑥ トークンをコピーする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「NewtonX ADK Token が生成されました」と表示されます。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右側のコピーアイコンを押して、トークンをコピーします。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目のアイコンを押すと、文字列を表示して確認できます。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④ 「閉じる」を押します。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131780"/>
            <a:ext cx="3500000" cy="9982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000" b="1">
                <a:solidFill>
                  <a:srgbClr val="8A5A00"/>
                </a:solidFill>
                <a:latin typeface="游ゴシック"/>
                <a:ea typeface="游ゴシック"/>
              </a:rPr>
              <a:t>注意</a:t>
            </a:r>
          </a:p>
          <a:p>
            <a:pPr algn="l" eaLnBrk="1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000" b="0">
                <a:solidFill>
                  <a:srgbClr val="8A5A00"/>
                </a:solidFill>
                <a:latin typeface="游ゴシック"/>
                <a:ea typeface="游ゴシック"/>
              </a:rPr>
              <a:t>閉じると二度と表示されません。必ずコピーしてから閉じてください。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13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  <p:pic>
        <p:nvPicPr>
          <p:cNvPr id="9" name="図 2" descr="The image shows a Japanese interface with a dialogue indicating that a NewtonX ADK Token has been generated, instructing the user to copy and securely store the token, and warning that the dialogue cannot be closed and reopened.&#10;&#10;AI 生成コンテンツは誤りを含む可能性があります。">
            <a:extLst>
              <a:ext uri="{FF2B5EF4-FFF2-40B4-BE49-F238E27FC236}">
                <a16:creationId xmlns:a16="http://schemas.microsoft.com/office/drawing/2014/main" id="{5D4177D6-5999-D90D-40FA-4A0352509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000" y="2513667"/>
            <a:ext cx="5600000" cy="2482666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</p:spTree>
    <p:extLst>
      <p:ext uri="{BB962C8B-B14F-4D97-AF65-F5344CB8AC3E}">
        <p14:creationId xmlns:p14="http://schemas.microsoft.com/office/powerpoint/2010/main" val="3078026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153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2  初期設定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PAT を取得する ⑦ 発行結果を確認する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一覧に、発行したトークンが追加されます。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トークン名と有効期限を確認します。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有効期限が切れたら、更新アイコンから再発行します。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131780"/>
            <a:ext cx="3500000" cy="9982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000" b="1">
                <a:solidFill>
                  <a:srgbClr val="8A5A00"/>
                </a:solidFill>
                <a:latin typeface="游ゴシック"/>
                <a:ea typeface="游ゴシック"/>
              </a:rPr>
              <a:t>補足</a:t>
            </a:r>
          </a:p>
          <a:p>
            <a:pPr algn="l" eaLnBrk="1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000" b="0">
                <a:solidFill>
                  <a:srgbClr val="8A5A00"/>
                </a:solidFill>
                <a:latin typeface="游ゴシック"/>
                <a:ea typeface="游ゴシック"/>
              </a:rPr>
              <a:t>コピーしたトークンは、次ページの AI 接続設定で貼り付けます。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14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  <p:pic>
        <p:nvPicPr>
          <p:cNvPr id="9" name="図 2">
            <a:extLst>
              <a:ext uri="{FF2B5EF4-FFF2-40B4-BE49-F238E27FC236}">
                <a16:creationId xmlns:a16="http://schemas.microsoft.com/office/drawing/2014/main" id="{75E8EA6E-9B92-1D4B-9A91-CC19E632A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2025986"/>
            <a:ext cx="7000400" cy="3458028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</p:spTree>
    <p:extLst>
      <p:ext uri="{BB962C8B-B14F-4D97-AF65-F5344CB8AC3E}">
        <p14:creationId xmlns:p14="http://schemas.microsoft.com/office/powerpoint/2010/main" val="1362645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153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2  初期設定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AI 接続を設定する（設定 → AI接続）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上部メニューの「設定」を開きます。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「接続先URL（テナントホスト）」を、ご所属に応じて次のとおり入力します。</a:t>
            </a:r>
          </a:p>
          <a:p>
            <a:pPr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100" b="0">
                <a:solidFill>
                  <a:srgbClr val="333333"/>
                </a:solidFill>
                <a:latin typeface="游ゴシック"/>
                <a:ea typeface="游ゴシック"/>
              </a:rPr>
              <a:t>・セラク内勤者：seraku.newton-x.net</a:t>
            </a:r>
          </a:p>
          <a:p>
            <a:pPr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100" b="0">
                <a:solidFill>
                  <a:srgbClr val="333333"/>
                </a:solidFill>
                <a:latin typeface="游ゴシック"/>
                <a:ea typeface="游ゴシック"/>
              </a:rPr>
              <a:t>・セラク常駐者：seraku-ex.newton-x.net</a:t>
            </a:r>
          </a:p>
          <a:p>
            <a:pPr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100" b="0">
                <a:solidFill>
                  <a:srgbClr val="333333"/>
                </a:solidFill>
                <a:latin typeface="游ゴシック"/>
                <a:ea typeface="游ゴシック"/>
              </a:rPr>
              <a:t>・セラクビジネスソリューションズ：bs-seraku.newton-x.net</a:t>
            </a:r>
          </a:p>
          <a:p>
            <a:pPr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100" b="0">
                <a:solidFill>
                  <a:srgbClr val="333333"/>
                </a:solidFill>
                <a:latin typeface="游ゴシック"/>
                <a:ea typeface="游ゴシック"/>
              </a:rPr>
              <a:t>・AND Think：andthink.newton-x.net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「Personal Access Token」に、コピーしたトークンを貼り付け、「再認証する」を押します。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④ 用途ごとのアシスタントは既定値のまま利用できます。変更したいときだけ選び直します。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⑤ 「保存」を押します。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131780"/>
            <a:ext cx="3500000" cy="9982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000" b="1">
                <a:solidFill>
                  <a:srgbClr val="8A5A00"/>
                </a:solidFill>
                <a:latin typeface="游ゴシック"/>
                <a:ea typeface="游ゴシック"/>
              </a:rPr>
              <a:t>注意</a:t>
            </a:r>
          </a:p>
          <a:p>
            <a:pPr algn="l" eaLnBrk="1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000" b="0">
                <a:solidFill>
                  <a:srgbClr val="8A5A00"/>
                </a:solidFill>
                <a:latin typeface="游ゴシック"/>
                <a:ea typeface="游ゴシック"/>
              </a:rPr>
              <a:t>一覧にない場合は、NewtonXにログインするURL https://xxx.newton-x.net の xxx 部分です。誤ると「認証済み」表示のままエラーになります。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533134"/>
            <a:ext cx="7000400" cy="4443732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15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26200" y="1400000"/>
            <a:ext cx="1400000" cy="380000"/>
          </a:xfrm>
          <a:prstGeom prst="roundRect">
            <a:avLst>
              <a:gd name="adj" fmla="val 40000"/>
            </a:avLst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ja-JP" altLang="en-US" sz="1000" b="0">
                <a:solidFill>
                  <a:srgbClr val="9CB3D9"/>
                </a:solidFill>
                <a:latin typeface="游ゴシック"/>
                <a:ea typeface="游ゴシック"/>
                <a:cs typeface="游ゴシック"/>
              </a:rPr>
              <a:t>1 セットアップ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86200" y="1400000"/>
            <a:ext cx="1400000" cy="380000"/>
          </a:xfrm>
          <a:prstGeom prst="roundRect">
            <a:avLst>
              <a:gd name="adj" fmla="val 40000"/>
            </a:avLst>
          </a:prstGeom>
          <a:solidFill>
            <a:srgbClr val="7F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ja-JP" altLang="en-US" sz="1000" b="1">
                <a:solidFill>
                  <a:srgbClr val="1F3864"/>
                </a:solidFill>
                <a:latin typeface="游ゴシック"/>
                <a:ea typeface="游ゴシック"/>
                <a:cs typeface="游ゴシック"/>
              </a:rPr>
              <a:t>2 目標をつくる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6200" y="1400000"/>
            <a:ext cx="1400000" cy="380000"/>
          </a:xfrm>
          <a:prstGeom prst="roundRect">
            <a:avLst>
              <a:gd name="adj" fmla="val 40000"/>
            </a:avLst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ja-JP" altLang="en-US" sz="1000" b="0">
                <a:solidFill>
                  <a:srgbClr val="9CB3D9"/>
                </a:solidFill>
                <a:latin typeface="游ゴシック"/>
                <a:ea typeface="游ゴシック"/>
                <a:cs typeface="游ゴシック"/>
              </a:rPr>
              <a:t>3 毎日つかう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06200" y="1400000"/>
            <a:ext cx="1400000" cy="380000"/>
          </a:xfrm>
          <a:prstGeom prst="roundRect">
            <a:avLst>
              <a:gd name="adj" fmla="val 40000"/>
            </a:avLst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ja-JP" altLang="en-US" sz="1000" b="0">
                <a:solidFill>
                  <a:srgbClr val="9CB3D9"/>
                </a:solidFill>
                <a:latin typeface="游ゴシック"/>
                <a:ea typeface="游ゴシック"/>
                <a:cs typeface="游ゴシック"/>
              </a:rPr>
              <a:t>4 整理する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00000"/>
            <a:ext cx="40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400" b="1">
                <a:solidFill>
                  <a:srgbClr val="7FB0FF"/>
                </a:solidFill>
                <a:latin typeface="游ゴシック"/>
                <a:ea typeface="游ゴシック"/>
                <a:cs typeface="游ゴシック"/>
              </a:rPr>
              <a:t>PART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8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36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目標をつくる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960000"/>
            <a:ext cx="1400000" cy="45720"/>
          </a:xfrm>
          <a:prstGeom prst="rect">
            <a:avLst/>
          </a:prstGeom>
          <a:solidFill>
            <a:srgbClr val="7F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200000"/>
            <a:ext cx="90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>
                <a:solidFill>
                  <a:srgbClr val="D8DDE5"/>
                </a:solidFill>
                <a:latin typeface="游ゴシック"/>
                <a:ea typeface="游ゴシック"/>
                <a:cs typeface="游ゴシック"/>
              </a:rPr>
              <a:t>学習する目標を登録し、科目・教材・時間配分を整えます。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0000"/>
            <a:ext cx="90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100" b="1">
                <a:solidFill>
                  <a:srgbClr val="9CB3D9"/>
                </a:solidFill>
                <a:latin typeface="游ゴシック"/>
                <a:ea typeface="游ゴシック"/>
                <a:cs typeface="游ゴシック"/>
              </a:rPr>
              <a:t>このパートに含まれる手順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60000"/>
            <a:ext cx="90000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400" b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STEP 3　目標をつくる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400" b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STEP 4　目標の中身を整える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150000"/>
            <a:ext cx="8200000" cy="720000"/>
          </a:xfrm>
          <a:prstGeom prst="roundRect">
            <a:avLst>
              <a:gd name="adj" fmla="val 8000"/>
            </a:avLst>
          </a:prstGeom>
          <a:solidFill>
            <a:srgbClr val="2A4A7F"/>
          </a:solidFill>
          <a:ln w="9525">
            <a:solidFill>
              <a:srgbClr val="7F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ja-JP" altLang="en-US" sz="1300" b="1">
                <a:solidFill>
                  <a:srgbClr val="7FB0FF"/>
                </a:solidFill>
                <a:latin typeface="游ゴシック"/>
                <a:ea typeface="游ゴシック"/>
                <a:cs typeface="游ゴシック"/>
              </a:rPr>
              <a:t>ゴール　</a:t>
            </a:r>
            <a:r>
              <a:rPr lang="ja-JP" altLang="en-US" sz="1300" b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このパートが終わると、日々のノルマが自動で算出されるようになります。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9CB3D9"/>
                </a:solidFill>
                <a:latin typeface="游ゴシック"/>
                <a:ea typeface="游ゴシック"/>
                <a:cs typeface="游ゴシック"/>
              </a:rPr>
              <a:t>ミチナリ ユーザ手順書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9CB3D9"/>
                </a:solidFill>
                <a:latin typeface="游ゴシック"/>
                <a:ea typeface="游ゴシック"/>
                <a:cs typeface="游ゴシック"/>
              </a:rPr>
              <a:t>16 / 36</a:t>
            </a:r>
            <a:endParaRPr lang="ja-JP" altLang="en-US" sz="900" b="0">
              <a:solidFill>
                <a:srgbClr val="9CB3D9"/>
              </a:solidFill>
              <a:latin typeface="游ゴシック"/>
              <a:ea typeface="游ゴシック"/>
              <a:cs typeface="游ゴシック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1752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3  目標をつくる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目標一覧を開く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上部メニューの「目標一覧」を開きます。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登録済みの目標が、種別（資格試験／読書／仕事）と状態とあわせて一覧表示されます。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目標名をクリックすると、詳細・編集画面へ移動します。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④ 資格試験の目標は「結果登録」から受験結果の登録へ進めます。</a:t>
            </a:r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645905"/>
            <a:ext cx="7000400" cy="4218189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17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1752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3  目標をつくる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新規目標を作成する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「新規目標作成」をクリックします。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「目標種別」で 資格試験／読書／仕事 のいずれかを選びます。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試験名と開始日を入力します。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④ 「保存」を押すと目標が作成されます。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03230"/>
            <a:ext cx="3500000" cy="82677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000" b="1">
                <a:solidFill>
                  <a:srgbClr val="8A5A00"/>
                </a:solidFill>
                <a:latin typeface="游ゴシック"/>
                <a:ea typeface="游ゴシック"/>
              </a:rPr>
              <a:t>補足</a:t>
            </a:r>
          </a:p>
          <a:p>
            <a:pPr algn="l" eaLnBrk="1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000" b="0">
                <a:solidFill>
                  <a:srgbClr val="8A5A00"/>
                </a:solidFill>
                <a:latin typeface="游ゴシック"/>
                <a:ea typeface="游ゴシック"/>
              </a:rPr>
              <a:t>選んだ種別によって、このあとの詳細画面のタブ構成が変わります。</a:t>
            </a:r>
          </a:p>
        </p:txBody>
      </p:sp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2415186"/>
            <a:ext cx="3376640" cy="2679627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pic>
        <p:nvPicPr>
          <p:cNvPr id="8" name="Picture 7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440" y="2397116"/>
            <a:ext cx="3443759" cy="2715768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18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207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4  目標の中身を整える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基本情報タブ — 試験名・開始日を登録する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目標一覧から目標を選び、詳細画面を開きます。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「基本情報」タブで 試験名・開始日・備考 を入力します。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「保存」を押します。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④ 右上の「一時停止する」「クローズする」で目標の状態を変更できます。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131780"/>
            <a:ext cx="3500000" cy="9982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000" b="1">
                <a:solidFill>
                  <a:srgbClr val="8A5A00"/>
                </a:solidFill>
                <a:latin typeface="游ゴシック"/>
                <a:ea typeface="游ゴシック"/>
              </a:rPr>
              <a:t>補足</a:t>
            </a:r>
          </a:p>
          <a:p>
            <a:pPr algn="l" eaLnBrk="1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000" b="0">
                <a:solidFill>
                  <a:srgbClr val="8A5A00"/>
                </a:solidFill>
                <a:latin typeface="游ゴシック"/>
                <a:ea typeface="游ゴシック"/>
              </a:rPr>
              <a:t>資格試験の目標は、基本情報・試験科目・教材・リソース配分・負荷プロファイルの 5 タブで構成されます。</a:t>
            </a:r>
          </a:p>
        </p:txBody>
      </p:sp>
      <p:pic>
        <p:nvPicPr>
          <p:cNvPr id="7" name="Picture 6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876620"/>
            <a:ext cx="7000400" cy="3756759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19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207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4  目標の中身を整える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試験科目タブ — 受験する科目を登録する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「試験科目」タブを開き、「試験科目を追加」をクリックします。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科目名と受験日タイプ（期間／確定日）を選びます。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期間開始日・期間終了日、合格点の入力方式、合格基準点を入力して「保存」を押します。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④ 受験日が決まったら「受験日を確定する」を押します。</a:t>
            </a:r>
          </a:p>
        </p:txBody>
      </p:sp>
      <p:pic>
        <p:nvPicPr>
          <p:cNvPr id="6" name="Picture 5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817" y="1380000"/>
            <a:ext cx="4438365" cy="2698503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pic>
        <p:nvPicPr>
          <p:cNvPr id="7" name="Picture 6" descr="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542" y="4258503"/>
            <a:ext cx="3144915" cy="1871496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20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207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4  目標の中身を整える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教材タブ — 使う教材と分量を登録する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「教材」タブを開き、「教材を追加」をクリックします。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教材名・分量の単位・総量（1周分）・予定周回数・対策する科目を入力します。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開始日、必要連続時間、必要環境、品質指標の方式を設定して「保存」を押します。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④ 登録後は総作業量・現在周回・周回進捗・全体進捗が一覧に表示されます。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03230"/>
            <a:ext cx="3500000" cy="82677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000" b="1">
                <a:solidFill>
                  <a:srgbClr val="8A5A00"/>
                </a:solidFill>
                <a:latin typeface="游ゴシック"/>
                <a:ea typeface="游ゴシック"/>
              </a:rPr>
              <a:t>補足</a:t>
            </a:r>
          </a:p>
          <a:p>
            <a:pPr algn="l" eaLnBrk="1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000" b="0">
                <a:solidFill>
                  <a:srgbClr val="8A5A00"/>
                </a:solidFill>
                <a:latin typeface="游ゴシック"/>
                <a:ea typeface="游ゴシック"/>
              </a:rPr>
              <a:t>日々のノルマは、ここで登録した分量と期限から自動で算出されます。</a:t>
            </a:r>
          </a:p>
        </p:txBody>
      </p:sp>
      <p:pic>
        <p:nvPicPr>
          <p:cNvPr id="7" name="Picture 6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547" y="1380000"/>
            <a:ext cx="4470905" cy="2748411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pic>
        <p:nvPicPr>
          <p:cNvPr id="8" name="Picture 7" descr="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460" y="4308411"/>
            <a:ext cx="3203080" cy="1821588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21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207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4  目標の中身を整える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リソース配分タブ — 学習時間の配分を決める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「リソース配分」タブを開きます。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「配分比率（%）」に、この目標へ充てる割合を入力します。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「保存」を押します。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④ 学習に使える時間枠そのものは「学習環境の設定」で登録します。</a:t>
            </a:r>
          </a:p>
        </p:txBody>
      </p:sp>
      <p:pic>
        <p:nvPicPr>
          <p:cNvPr id="6" name="Picture 5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2276269"/>
            <a:ext cx="7000400" cy="2957462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22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207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4  目標の中身を整える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負荷プロファイルタブ — 期間ごとに負荷を調整する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「負荷プロファイル」タブを開き、「負荷プロファイルを追加」をクリックします。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適用開始日・適用終了日を入力します。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負荷係数（既定 1.0）とメモを入力して「保存」を押します。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03230"/>
            <a:ext cx="3500000" cy="82677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000" b="1">
                <a:solidFill>
                  <a:srgbClr val="8A5A00"/>
                </a:solidFill>
                <a:latin typeface="游ゴシック"/>
                <a:ea typeface="游ゴシック"/>
              </a:rPr>
              <a:t>使いどころ</a:t>
            </a:r>
          </a:p>
          <a:p>
            <a:pPr algn="l" eaLnBrk="1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000" b="0">
                <a:solidFill>
                  <a:srgbClr val="8A5A00"/>
                </a:solidFill>
                <a:latin typeface="游ゴシック"/>
                <a:ea typeface="游ゴシック"/>
              </a:rPr>
              <a:t>出張・繁忙期など、一時的に学習量を増減させたい期間に設定します。</a:t>
            </a:r>
          </a:p>
        </p:txBody>
      </p:sp>
      <p:pic>
        <p:nvPicPr>
          <p:cNvPr id="7" name="Picture 6" descr="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912622"/>
            <a:ext cx="7000400" cy="2037225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pic>
        <p:nvPicPr>
          <p:cNvPr id="8" name="Picture 7" descr="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740" y="4129847"/>
            <a:ext cx="4990519" cy="1467531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23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26200" y="1400000"/>
            <a:ext cx="1400000" cy="380000"/>
          </a:xfrm>
          <a:prstGeom prst="roundRect">
            <a:avLst>
              <a:gd name="adj" fmla="val 40000"/>
            </a:avLst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ja-JP" altLang="en-US" sz="1000" b="0">
                <a:solidFill>
                  <a:srgbClr val="9CB3D9"/>
                </a:solidFill>
                <a:latin typeface="游ゴシック"/>
                <a:ea typeface="游ゴシック"/>
                <a:cs typeface="游ゴシック"/>
              </a:rPr>
              <a:t>1 セットアップ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86200" y="1400000"/>
            <a:ext cx="1400000" cy="380000"/>
          </a:xfrm>
          <a:prstGeom prst="roundRect">
            <a:avLst>
              <a:gd name="adj" fmla="val 40000"/>
            </a:avLst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ja-JP" altLang="en-US" sz="1000" b="0">
                <a:solidFill>
                  <a:srgbClr val="9CB3D9"/>
                </a:solidFill>
                <a:latin typeface="游ゴシック"/>
                <a:ea typeface="游ゴシック"/>
                <a:cs typeface="游ゴシック"/>
              </a:rPr>
              <a:t>2 目標をつくる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6200" y="1400000"/>
            <a:ext cx="1400000" cy="380000"/>
          </a:xfrm>
          <a:prstGeom prst="roundRect">
            <a:avLst>
              <a:gd name="adj" fmla="val 40000"/>
            </a:avLst>
          </a:prstGeom>
          <a:solidFill>
            <a:srgbClr val="7F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ja-JP" altLang="en-US" sz="1000" b="1">
                <a:solidFill>
                  <a:srgbClr val="1F3864"/>
                </a:solidFill>
                <a:latin typeface="游ゴシック"/>
                <a:ea typeface="游ゴシック"/>
                <a:cs typeface="游ゴシック"/>
              </a:rPr>
              <a:t>3 毎日つかう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06200" y="1400000"/>
            <a:ext cx="1400000" cy="380000"/>
          </a:xfrm>
          <a:prstGeom prst="roundRect">
            <a:avLst>
              <a:gd name="adj" fmla="val 40000"/>
            </a:avLst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ja-JP" altLang="en-US" sz="1000" b="0">
                <a:solidFill>
                  <a:srgbClr val="9CB3D9"/>
                </a:solidFill>
                <a:latin typeface="游ゴシック"/>
                <a:ea typeface="游ゴシック"/>
                <a:cs typeface="游ゴシック"/>
              </a:rPr>
              <a:t>4 整理する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00000"/>
            <a:ext cx="40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400" b="1">
                <a:solidFill>
                  <a:srgbClr val="7FB0FF"/>
                </a:solidFill>
                <a:latin typeface="游ゴシック"/>
                <a:ea typeface="游ゴシック"/>
                <a:cs typeface="游ゴシック"/>
              </a:rPr>
              <a:t>PART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8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36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毎日つかう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960000"/>
            <a:ext cx="1400000" cy="45720"/>
          </a:xfrm>
          <a:prstGeom prst="rect">
            <a:avLst/>
          </a:prstGeom>
          <a:solidFill>
            <a:srgbClr val="7F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200000"/>
            <a:ext cx="90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>
                <a:solidFill>
                  <a:srgbClr val="D8DDE5"/>
                </a:solidFill>
                <a:latin typeface="游ゴシック"/>
                <a:ea typeface="游ゴシック"/>
                <a:cs typeface="游ゴシック"/>
              </a:rPr>
              <a:t>日々の実績を記録し、分析画面でふりかえります。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0000"/>
            <a:ext cx="90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100" b="1">
                <a:solidFill>
                  <a:srgbClr val="9CB3D9"/>
                </a:solidFill>
                <a:latin typeface="游ゴシック"/>
                <a:ea typeface="游ゴシック"/>
                <a:cs typeface="游ゴシック"/>
              </a:rPr>
              <a:t>このパートに含まれる手順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60000"/>
            <a:ext cx="90000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400" b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STEP 5　毎日記録する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400" b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STEP 6　ふりかえる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150000"/>
            <a:ext cx="8200000" cy="720000"/>
          </a:xfrm>
          <a:prstGeom prst="roundRect">
            <a:avLst>
              <a:gd name="adj" fmla="val 8000"/>
            </a:avLst>
          </a:prstGeom>
          <a:solidFill>
            <a:srgbClr val="2A4A7F"/>
          </a:solidFill>
          <a:ln w="9525">
            <a:solidFill>
              <a:srgbClr val="7F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ja-JP" altLang="en-US" sz="1300" b="1">
                <a:solidFill>
                  <a:srgbClr val="7FB0FF"/>
                </a:solidFill>
                <a:latin typeface="游ゴシック"/>
                <a:ea typeface="游ゴシック"/>
                <a:cs typeface="游ゴシック"/>
              </a:rPr>
              <a:t>ゴール　</a:t>
            </a:r>
            <a:r>
              <a:rPr lang="ja-JP" altLang="en-US" sz="1300" b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このパートをくり返すことで、計画が実績に合わせて調整されていきます。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9CB3D9"/>
                </a:solidFill>
                <a:latin typeface="游ゴシック"/>
                <a:ea typeface="游ゴシック"/>
                <a:cs typeface="游ゴシック"/>
              </a:rPr>
              <a:t>ミチナリ ユーザ手順書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9CB3D9"/>
                </a:solidFill>
                <a:latin typeface="游ゴシック"/>
                <a:ea typeface="游ゴシック"/>
                <a:cs typeface="游ゴシック"/>
              </a:rPr>
              <a:t>24 / 36</a:t>
            </a:r>
            <a:endParaRPr lang="ja-JP" altLang="en-US" sz="900" b="0">
              <a:solidFill>
                <a:srgbClr val="9CB3D9"/>
              </a:solidFill>
              <a:latin typeface="游ゴシック"/>
              <a:ea typeface="游ゴシック"/>
              <a:cs typeface="游ゴシック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1752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5  毎日記録する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ダッシュボードで今日やることを確認する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起動時に最初に表示される画面です。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「今日の一言」、本日の状態（未入力／進捗のみ登録済／報告済）、本日のノルマ、目標カードを確認します。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「本日の報告」ボタンから日次報告の入力に進みます。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03230"/>
            <a:ext cx="3500000" cy="82677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000" b="1">
                <a:solidFill>
                  <a:srgbClr val="8A5A00"/>
                </a:solidFill>
                <a:latin typeface="游ゴシック"/>
                <a:ea typeface="游ゴシック"/>
              </a:rPr>
              <a:t>補足</a:t>
            </a:r>
          </a:p>
          <a:p>
            <a:pPr algn="l" eaLnBrk="1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000" b="0">
                <a:solidFill>
                  <a:srgbClr val="8A5A00"/>
                </a:solidFill>
                <a:latin typeface="游ゴシック"/>
                <a:ea typeface="游ゴシック"/>
              </a:rPr>
              <a:t>着手中の目標が 2 件以上あるときは、画面上部の目標タブで対象を切り替えます。</a:t>
            </a:r>
          </a:p>
        </p:txBody>
      </p:sp>
      <p:pic>
        <p:nvPicPr>
          <p:cNvPr id="7" name="Picture 6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550569"/>
            <a:ext cx="7000400" cy="4408861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25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1752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5  毎日記録する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カレンダーで記録状況を見る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上部メニューの「カレンダー」を開きます。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各日の状態（未入力／進捗のみ登録済／報告済）を月単位で確認します。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日付をクリックすると、その日の入力画面または閲覧画面へ移動します。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④ 「日種別変更」でその日の日種別を個別に上書きできます。</a:t>
            </a:r>
          </a:p>
        </p:txBody>
      </p:sp>
      <p:pic>
        <p:nvPicPr>
          <p:cNvPr id="6" name="Picture 5" descr="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852023"/>
            <a:ext cx="7000400" cy="3805954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26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1752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5  毎日記録する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過去の日次報告を読み返す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カレンダーで「報告済」の日付をクリックすると、日次報告閲覧が開きます。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実績（投下時間・完了分量・周回・正答率）と日記を確認できます。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確定済みの報告は読み取り専用です。追記できるのはコメントのみです。</a:t>
            </a:r>
          </a:p>
        </p:txBody>
      </p:sp>
      <p:pic>
        <p:nvPicPr>
          <p:cNvPr id="6" name="Picture 5" descr="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578950"/>
            <a:ext cx="7000400" cy="4352100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27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1644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6  ふりかえる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分析：品質推移 — 得点の伸びを見る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上部メニューの「分析」を開きます。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目標タブで対象の目標を選びます。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「品質推移」タブで、周回別の品質指標の推移を確認します。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④ 粒度（日別／週別／月別）を切り替えられます。赤い破線は合格基準線です。</a:t>
            </a:r>
          </a:p>
        </p:txBody>
      </p:sp>
      <p:pic>
        <p:nvPicPr>
          <p:cNvPr id="6" name="Picture 5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586348"/>
            <a:ext cx="7000400" cy="4337304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28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1644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6  ふりかえる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分析：進捗 — 実績と計画を比べる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「進捗」タブを開きます。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教材ごとに、実績（実線）と計画線（点線）を比較できます。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実績が計画線を上回っていれば前倒し、下回っていれば遅れです。</a:t>
            </a:r>
          </a:p>
        </p:txBody>
      </p:sp>
      <p:pic>
        <p:nvPicPr>
          <p:cNvPr id="6" name="Picture 5" descr="imag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663671"/>
            <a:ext cx="7000400" cy="4182658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29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1644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6  ふりかえる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分析：完了予測 — 締切に間に合うか確認する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「完了予測」タブを開きます。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教材ごとに、締切・完了予測日・乖離が表示されます。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実績が少ない教材は「実績不足のため算出不可」と表示されます。</a:t>
            </a:r>
          </a:p>
        </p:txBody>
      </p:sp>
      <p:pic>
        <p:nvPicPr>
          <p:cNvPr id="6" name="Picture 5" descr="imag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2304590"/>
            <a:ext cx="7000400" cy="2900819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30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1644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6  ふりかえる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分析：実効速度 — 1時間あたりの処理量を見る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「実効速度」タブを開きます。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周回別に、単位時間あたりどれだけ進められたかの推移を確認します。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速度が落ちている場合は、教材の難度や学習時間の質を見直す目安になります。</a:t>
            </a:r>
          </a:p>
        </p:txBody>
      </p:sp>
      <p:pic>
        <p:nvPicPr>
          <p:cNvPr id="6" name="Picture 5" descr="image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663642"/>
            <a:ext cx="7000400" cy="4182715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31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1644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6  ふりかえる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分析：ガントチャート — 教材ごとの計画期間を見る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「ガントチャート」タブを開きます。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教材ごとの計画期間が横棒で表示されます。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濃い色の部分が完了済み、薄い色の部分がこれから取り組む範囲です。</a:t>
            </a:r>
          </a:p>
        </p:txBody>
      </p:sp>
      <p:pic>
        <p:nvPicPr>
          <p:cNvPr id="6" name="Picture 5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2393556"/>
            <a:ext cx="7000400" cy="2722888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32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1644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6  ふりかえる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分析：リプラン履歴 — ノルマの変更履歴を見る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「リプラン履歴」タブを開きます。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日時・教材・契機・変更前ノルマ・変更後ノルマが一覧表示されます。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いつ、なぜ計画が組み替えられたのかを追跡できます。</a:t>
            </a:r>
          </a:p>
        </p:txBody>
      </p:sp>
      <p:pic>
        <p:nvPicPr>
          <p:cNvPr id="6" name="Picture 5" descr="imag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2036090"/>
            <a:ext cx="7000400" cy="3437820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33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1644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6  ふりかえる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分析：成長記述 — AI のフィードバックを読み返す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「成長記述」タブを開きます。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日次報告に対する AI のフィードバックが、日付順に表示されます。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数値では見えない理解の深まりや、次に取るべき方針の確認に使います。</a:t>
            </a:r>
          </a:p>
        </p:txBody>
      </p:sp>
      <p:pic>
        <p:nvPicPr>
          <p:cNvPr id="6" name="Picture 5" descr="image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526743"/>
            <a:ext cx="7000400" cy="4456513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34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26200" y="1400000"/>
            <a:ext cx="1400000" cy="380000"/>
          </a:xfrm>
          <a:prstGeom prst="roundRect">
            <a:avLst>
              <a:gd name="adj" fmla="val 40000"/>
            </a:avLst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ja-JP" altLang="en-US" sz="1000" b="0">
                <a:solidFill>
                  <a:srgbClr val="9CB3D9"/>
                </a:solidFill>
                <a:latin typeface="游ゴシック"/>
                <a:ea typeface="游ゴシック"/>
                <a:cs typeface="游ゴシック"/>
              </a:rPr>
              <a:t>1 セットアップ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86200" y="1400000"/>
            <a:ext cx="1400000" cy="380000"/>
          </a:xfrm>
          <a:prstGeom prst="roundRect">
            <a:avLst>
              <a:gd name="adj" fmla="val 40000"/>
            </a:avLst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ja-JP" altLang="en-US" sz="1000" b="0">
                <a:solidFill>
                  <a:srgbClr val="9CB3D9"/>
                </a:solidFill>
                <a:latin typeface="游ゴシック"/>
                <a:ea typeface="游ゴシック"/>
                <a:cs typeface="游ゴシック"/>
              </a:rPr>
              <a:t>2 目標をつくる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6200" y="1400000"/>
            <a:ext cx="1400000" cy="380000"/>
          </a:xfrm>
          <a:prstGeom prst="roundRect">
            <a:avLst>
              <a:gd name="adj" fmla="val 40000"/>
            </a:avLst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ja-JP" altLang="en-US" sz="1000" b="0">
                <a:solidFill>
                  <a:srgbClr val="9CB3D9"/>
                </a:solidFill>
                <a:latin typeface="游ゴシック"/>
                <a:ea typeface="游ゴシック"/>
                <a:cs typeface="游ゴシック"/>
              </a:rPr>
              <a:t>3 毎日つかう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06200" y="1400000"/>
            <a:ext cx="1400000" cy="380000"/>
          </a:xfrm>
          <a:prstGeom prst="roundRect">
            <a:avLst>
              <a:gd name="adj" fmla="val 40000"/>
            </a:avLst>
          </a:prstGeom>
          <a:solidFill>
            <a:srgbClr val="7F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ja-JP" altLang="en-US" sz="1000" b="1">
                <a:solidFill>
                  <a:srgbClr val="1F3864"/>
                </a:solidFill>
                <a:latin typeface="游ゴシック"/>
                <a:ea typeface="游ゴシック"/>
                <a:cs typeface="游ゴシック"/>
              </a:rPr>
              <a:t>4 整理する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00000"/>
            <a:ext cx="40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400" b="1">
                <a:solidFill>
                  <a:srgbClr val="7FB0FF"/>
                </a:solidFill>
                <a:latin typeface="游ゴシック"/>
                <a:ea typeface="游ゴシック"/>
                <a:cs typeface="游ゴシック"/>
              </a:rPr>
              <a:t>PART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8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36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目標を整理する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960000"/>
            <a:ext cx="1400000" cy="45720"/>
          </a:xfrm>
          <a:prstGeom prst="rect">
            <a:avLst/>
          </a:prstGeom>
          <a:solidFill>
            <a:srgbClr val="7F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200000"/>
            <a:ext cx="90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>
                <a:solidFill>
                  <a:srgbClr val="D8DDE5"/>
                </a:solidFill>
                <a:latin typeface="游ゴシック"/>
                <a:ea typeface="游ゴシック"/>
                <a:cs typeface="游ゴシック"/>
              </a:rPr>
              <a:t>終わった目標をアーカイブ・削除して、一覧を整えます。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0000"/>
            <a:ext cx="90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100" b="1">
                <a:solidFill>
                  <a:srgbClr val="9CB3D9"/>
                </a:solidFill>
                <a:latin typeface="游ゴシック"/>
                <a:ea typeface="游ゴシック"/>
                <a:cs typeface="游ゴシック"/>
              </a:rPr>
              <a:t>このパートに含まれる手順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60000"/>
            <a:ext cx="90000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ja-JP" altLang="en-US" sz="1400" b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STEP 7　目標を整理する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150000"/>
            <a:ext cx="8200000" cy="720000"/>
          </a:xfrm>
          <a:prstGeom prst="roundRect">
            <a:avLst>
              <a:gd name="adj" fmla="val 8000"/>
            </a:avLst>
          </a:prstGeom>
          <a:solidFill>
            <a:srgbClr val="2A4A7F"/>
          </a:solidFill>
          <a:ln w="9525">
            <a:solidFill>
              <a:srgbClr val="7F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ja-JP" altLang="en-US" sz="1300" b="1">
                <a:solidFill>
                  <a:srgbClr val="7FB0FF"/>
                </a:solidFill>
                <a:latin typeface="游ゴシック"/>
                <a:ea typeface="游ゴシック"/>
                <a:cs typeface="游ゴシック"/>
              </a:rPr>
              <a:t>ゴール　</a:t>
            </a:r>
            <a:r>
              <a:rPr lang="ja-JP" altLang="en-US" sz="1300" b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このパートが終わると、目標一覧が進行中のものだけになります。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9CB3D9"/>
                </a:solidFill>
                <a:latin typeface="游ゴシック"/>
                <a:ea typeface="游ゴシック"/>
                <a:cs typeface="游ゴシック"/>
              </a:rPr>
              <a:t>ミチナリ ユーザ手順書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9CB3D9"/>
                </a:solidFill>
                <a:latin typeface="游ゴシック"/>
                <a:ea typeface="游ゴシック"/>
                <a:cs typeface="游ゴシック"/>
              </a:rPr>
              <a:t>35 / 36</a:t>
            </a:r>
            <a:endParaRPr lang="ja-JP" altLang="en-US" sz="900" b="0">
              <a:solidFill>
                <a:srgbClr val="9CB3D9"/>
              </a:solidFill>
              <a:latin typeface="游ゴシック"/>
              <a:ea typeface="游ゴシック"/>
              <a:cs typeface="游ゴシック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30000"/>
            <a:ext cx="1860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altLang="en-US" sz="1050" b="1">
                <a:solidFill>
                  <a:srgbClr val="2563EB"/>
                </a:solidFill>
                <a:latin typeface="游ゴシック"/>
                <a:ea typeface="游ゴシック"/>
              </a:rPr>
              <a:t>STEP 7  目標を整理する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300" b="1">
                <a:solidFill>
                  <a:srgbClr val="1F3864"/>
                </a:solidFill>
                <a:latin typeface="游ゴシック"/>
                <a:ea typeface="游ゴシック"/>
              </a:rPr>
              <a:t>終わった目標をアーカイブ・削除する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① 「目標一覧」で「アーカイブ済みを表示」にチェックを入れます。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② アーカイブ済みの目標が下部に一覧表示されます。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③ 「復元」で目標一覧に戻せます。</a:t>
            </a:r>
          </a:p>
          <a:p>
            <a:pPr algn="l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lang="ja-JP" altLang="en-US" sz="1200" b="0">
                <a:solidFill>
                  <a:srgbClr val="333333"/>
                </a:solidFill>
                <a:latin typeface="游ゴシック"/>
                <a:ea typeface="游ゴシック"/>
              </a:rPr>
              <a:t>④ 「完全に削除」で、科目・教材ごと物理的に削除します。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03230"/>
            <a:ext cx="3500000" cy="82677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altLang="en-US" sz="1000" b="1">
                <a:solidFill>
                  <a:srgbClr val="8A5A00"/>
                </a:solidFill>
                <a:latin typeface="游ゴシック"/>
                <a:ea typeface="游ゴシック"/>
              </a:rPr>
              <a:t>注意</a:t>
            </a:r>
          </a:p>
          <a:p>
            <a:pPr algn="l" eaLnBrk="1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000" b="0">
                <a:solidFill>
                  <a:srgbClr val="8A5A00"/>
                </a:solidFill>
                <a:latin typeface="游ゴシック"/>
                <a:ea typeface="游ゴシック"/>
              </a:rPr>
              <a:t>実績が残る教材がある状態で、学習実績を削除するチェックを外すと削除は失敗します。</a:t>
            </a:r>
          </a:p>
        </p:txBody>
      </p:sp>
      <p:pic>
        <p:nvPicPr>
          <p:cNvPr id="7" name="Picture 6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562159"/>
            <a:ext cx="7000400" cy="4385681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900" b="0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6200" y="6280000"/>
            <a:ext cx="2000000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900" b="0">
                <a:solidFill>
                  <a:srgbClr val="7A7A7A"/>
                </a:solidFill>
                <a:latin typeface="游ゴシック"/>
                <a:ea typeface="游ゴシック"/>
              </a:rPr>
              <a:t>36 / 36</a:t>
            </a:r>
            <a:endParaRPr lang="ja-JP" altLang="en-US" sz="900" b="0">
              <a:solidFill>
                <a:srgbClr val="7A7A7A"/>
              </a:solidFill>
              <a:latin typeface="游ゴシック"/>
              <a:ea typeface="游ゴシック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3052</Words>
  <Application>Microsoft Office PowerPoint</Application>
  <PresentationFormat>ワイド画面</PresentationFormat>
  <Paragraphs>340</Paragraphs>
  <Slides>36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36</vt:i4>
      </vt:variant>
    </vt:vector>
  </HeadingPairs>
  <TitlesOfParts>
    <vt:vector size="40" baseType="lpstr"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須山哲平</dc:creator>
  <cp:keywords/>
  <dc:description>generated using python-pptx</dc:description>
  <cp:lastModifiedBy>哲平 須山</cp:lastModifiedBy>
  <cp:revision>2</cp:revision>
  <dcterms:created xsi:type="dcterms:W3CDTF">2013-01-27T09:14:16Z</dcterms:created>
  <dcterms:modified xsi:type="dcterms:W3CDTF">2026-09-13T13:57:19Z</dcterms:modified>
  <cp:category/>
</cp:coreProperties>
</file>