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54592F-A206-087F-828E-C130BC52BD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B6C9BE2-F072-83A3-D884-872758D793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63F4BBB-789C-8E3E-21E5-24155B07E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EC021-6683-4E77-A298-C5875BD66E15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19004F-30B6-29D2-2F17-DF58CEA14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3BFA7C-5A28-00EB-780D-B5A4B739D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00B7C-4B76-4C45-9727-BB4C8682D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82280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2AB111-7691-6609-7983-C609AE0F2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13D9302-839A-27D0-4E77-CCC67CAE3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68C330F-8EFF-F064-3D73-2E4E66DA9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EC021-6683-4E77-A298-C5875BD66E15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13B9527-8B34-7785-D611-A70472A41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91ECF18-6FF5-1111-BF7B-5A1E16AE0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00B7C-4B76-4C45-9727-BB4C8682D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6559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1B01C7-53ED-B9C0-3F1B-9E69870AD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4E1428B-7950-7160-3BCB-2FC81FAC20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B9AD48-4589-978A-BDC1-9A7183B5F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EC021-6683-4E77-A298-C5875BD66E15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B4A906-819E-D071-70AE-2D7772849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34660A7-D072-4EA0-4272-B296FFEBA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00B7C-4B76-4C45-9727-BB4C8682D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0036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56BD50-FF59-19C0-3B8D-EB8FAD012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F9465B-5190-AE3D-57B0-470A034E1F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35A5D94-8321-276B-B52A-C2A839098D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1C1474D-240E-46CF-3172-CB377BFF6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EC021-6683-4E77-A298-C5875BD66E15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08B720-E518-BF5D-EC10-FF6936B8D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110C5B7-3B0F-AA74-CA45-EC67574C5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00B7C-4B76-4C45-9727-BB4C8682D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0221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B9978D-7F5E-6BC3-B29C-FF812584E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655ADA-306D-12FE-4B9C-C6CD9A8C09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0D15DE-8543-7217-8D98-9E7B2FAB5F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F19F03F-B730-E1FF-91D7-0FB4DB7FB1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72F5949-F276-0782-1276-284C6D7EE0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5A3C4F3-1FA1-E06A-B806-A82F5C29A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EC021-6683-4E77-A298-C5875BD66E15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5AF323D-6CE1-65DF-C83C-0DE5C256F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D86F51B-9F5F-71A7-9AB0-F36E5DA90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00B7C-4B76-4C45-9727-BB4C8682D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3478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EC607E-CEE9-1354-E8E8-B20AF7A8F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736A38D-F489-4741-5CBD-71A25D510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EC021-6683-4E77-A298-C5875BD66E15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EEF8C41-6DA8-1FEB-E34C-218F3A179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5803655-B4F6-E173-F5ED-C792DE147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00B7C-4B76-4C45-9727-BB4C8682D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0838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C67E9EA-D3B5-9333-C925-232F14A0C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EC021-6683-4E77-A298-C5875BD66E15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25D2BA5-6C36-C092-410C-18402CD5C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18DD3B4-B17C-1489-EA4C-10C0D7B44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00B7C-4B76-4C45-9727-BB4C8682D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493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4CF1E9-9072-7BDD-FD60-1ABE67EAC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255D632-47C1-28D0-10B9-0435414F99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A9E4975-7E08-928A-C719-D20D76066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38372AF-A8E2-FD44-EDF5-1B0D5A1CA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EC021-6683-4E77-A298-C5875BD66E15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EA02EF5-2A39-86C3-CF73-19AD463ABA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99ECE99-552C-5246-6A8B-1D46C7FA0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00B7C-4B76-4C45-9727-BB4C8682D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6489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277F71-1CE3-A350-DB2E-8B5669371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E973862-E98B-A53C-811A-A8BD1BB7B9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D1D7493-57F2-872B-9035-04B14B175C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C54FCDD-7CA5-4DD8-957F-B9A1FCAAB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EC021-6683-4E77-A298-C5875BD66E15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95E894E-5D81-C486-9DD9-324296516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4B36FC3-3716-ECBB-2047-32417C913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00B7C-4B76-4C45-9727-BB4C8682D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8819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38CAF1-47BA-C99C-3B98-0C1C94A8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B463DB0-DCA7-6110-8A5C-BE1B2F063B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ABB9A47-45F6-2590-524B-72E66343F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EC021-6683-4E77-A298-C5875BD66E15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D3FB036-344E-A69A-E6AD-CFD163190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7E293A2-B70F-0452-3F5A-AD7D566B1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00B7C-4B76-4C45-9727-BB4C8682D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7337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46CB9E9-FA1C-968F-B6B0-62FA3C31F7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A57D0A-4ED7-F0AE-248C-868C3301BD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2D71842-5E03-F5C4-B811-91B8FD3AF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EC021-6683-4E77-A298-C5875BD66E15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704A41-094B-8BD4-5F95-8A49673AC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7F56CC-2DEF-86A6-32D8-32B4F70D0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00B7C-4B76-4C45-9727-BB4C8682D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0785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6BA143D-DD61-6E95-262D-C31D19E81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A8A9CC-F2C1-3141-6D09-8ADB8922BB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21D79-0DAC-67A1-CB36-7C7F7EEF46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5EC021-6683-4E77-A298-C5875BD66E15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9F1E04-22CE-BE27-A7CE-62A0676BBA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898566-501F-B1B4-FF81-9DE6B2CAFF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500B7C-4B76-4C45-9727-BB4C8682DBA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0567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image shows a Windows interface with a message indicating that Microsoft Defender SmartScreen has blocked an unrecognized application from running, warning that the computer may be at risk.&#10;&#10;AI 生成コンテンツは誤りを含む可能性があります。">
            <a:extLst>
              <a:ext uri="{FF2B5EF4-FFF2-40B4-BE49-F238E27FC236}">
                <a16:creationId xmlns:a16="http://schemas.microsoft.com/office/drawing/2014/main" id="{8151D90C-E1CE-700F-3449-2B6F0F499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271" y="1073029"/>
            <a:ext cx="5029458" cy="4711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694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Michinari.exe&#10;&#10;AI 生成コンテンツは誤りを含む可能性があります。">
            <a:extLst>
              <a:ext uri="{FF2B5EF4-FFF2-40B4-BE49-F238E27FC236}">
                <a16:creationId xmlns:a16="http://schemas.microsoft.com/office/drawing/2014/main" id="{453EFD6A-2B31-E0B5-2422-057D910881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321" y="1092080"/>
            <a:ext cx="4991357" cy="4673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5344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image shows a user interface for a personal account access dashboard, featuring options for system information, data management, and AI connections, with various settings for scheduling and report generation.&#10;&#10;AI 生成コンテンツは誤りを含む可能性があります。">
            <a:extLst>
              <a:ext uri="{FF2B5EF4-FFF2-40B4-BE49-F238E27FC236}">
                <a16:creationId xmlns:a16="http://schemas.microsoft.com/office/drawing/2014/main" id="{0374D86A-C37D-4A81-037D-D574E44C34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9131" y="415770"/>
            <a:ext cx="9493738" cy="6026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491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image shows a dashboard with various sections including a calendar, analysis tools, and a list of exam categories, with a note that it's a holiday (Shuku-no-Hi) and the user has no remaining tasks but is concerned about the time difference to the exam completion date.&#10;&#10;AI 生成コンテンツは誤りを含む可能性があります。">
            <a:extLst>
              <a:ext uri="{FF2B5EF4-FFF2-40B4-BE49-F238E27FC236}">
                <a16:creationId xmlns:a16="http://schemas.microsoft.com/office/drawing/2014/main" id="{CC0C8CD3-9EFE-A5C2-0B7D-5157E11D3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1503" y="409420"/>
            <a:ext cx="9588993" cy="603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7176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Archived Items Displayed.&#10;&#10;AI 生成コンテンツは誤りを含む可能性があります。">
            <a:extLst>
              <a:ext uri="{FF2B5EF4-FFF2-40B4-BE49-F238E27FC236}">
                <a16:creationId xmlns:a16="http://schemas.microsoft.com/office/drawing/2014/main" id="{0173DDD2-EEE6-2D28-619C-639B7A30F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745" y="444346"/>
            <a:ext cx="9906509" cy="5969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9705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image shows a user interface with a dashboard featuring various options such as objectives, calendar, analysis, settings, help, and tasks like reading, job progress, and archives.&#10;&#10;AI 生成コンテンツは誤りを含む可能性があります。">
            <a:extLst>
              <a:ext uri="{FF2B5EF4-FFF2-40B4-BE49-F238E27FC236}">
                <a16:creationId xmlns:a16="http://schemas.microsoft.com/office/drawing/2014/main" id="{14343270-ACEA-3E19-666F-807859148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1503" y="425295"/>
            <a:ext cx="9588993" cy="6007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6166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image displays a form with fields for creating a new target, selecting an exam type, entering the exam name, and inputting the start date.&#10;&#10;AI 生成コンテンツは誤りを含む可能性があります。">
            <a:extLst>
              <a:ext uri="{FF2B5EF4-FFF2-40B4-BE49-F238E27FC236}">
                <a16:creationId xmlns:a16="http://schemas.microsoft.com/office/drawing/2014/main" id="{AF680E15-5406-BD7A-F636-1CDAE255C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128" y="964662"/>
            <a:ext cx="4153113" cy="3295819"/>
          </a:xfrm>
          <a:prstGeom prst="rect">
            <a:avLst/>
          </a:prstGeom>
        </p:spPr>
      </p:pic>
      <p:pic>
        <p:nvPicPr>
          <p:cNvPr id="7" name="図 6" descr="The image shows a form with a new goal being created, featuring categories such as exam, reading, and job, with date fields, and options to cancel or save.&#10;&#10;AI 生成コンテンツは誤りを含む可能性があります。">
            <a:extLst>
              <a:ext uri="{FF2B5EF4-FFF2-40B4-BE49-F238E27FC236}">
                <a16:creationId xmlns:a16="http://schemas.microsoft.com/office/drawing/2014/main" id="{02E33EF2-DD96-D05B-BB94-CFD1E76A06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9366" y="1138379"/>
            <a:ext cx="4235668" cy="3340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103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image is a user interface for a dashboard with sections for objectives, calendar, analysis, settings, help, basic information, subject, resources, load profiles, exam name, and a note for saving.&#10;&#10;AI 生成コンテンツは誤りを含む可能性があります。">
            <a:extLst>
              <a:ext uri="{FF2B5EF4-FFF2-40B4-BE49-F238E27FC236}">
                <a16:creationId xmlns:a16="http://schemas.microsoft.com/office/drawing/2014/main" id="{BC5A205B-12E3-CD10-4750-85BF5F6D2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350" y="825366"/>
            <a:ext cx="9703299" cy="5207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4793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image displays a structured document or form with various sections including objectives, schedule, resource allocation, load profiles, and examination criteria for different subjects.&#10;&#10;AI 生成コンテンツは誤りを含む可能性があります。">
            <a:extLst>
              <a:ext uri="{FF2B5EF4-FFF2-40B4-BE49-F238E27FC236}">
                <a16:creationId xmlns:a16="http://schemas.microsoft.com/office/drawing/2014/main" id="{9CD00E54-6AB4-1BED-3A31-69B7CAA9D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607" y="140906"/>
            <a:ext cx="6536063" cy="3973893"/>
          </a:xfrm>
          <a:prstGeom prst="rect">
            <a:avLst/>
          </a:prstGeom>
        </p:spPr>
      </p:pic>
      <p:pic>
        <p:nvPicPr>
          <p:cNvPr id="9" name="図 8" descr="The image displays a form with fields for academic subjects, exam type, duration, start and end dates, percentage threshold for passing, and options for canceling or saving.&#10;&#10;AI 生成コンテンツは誤りを含む可能性があります。">
            <a:extLst>
              <a:ext uri="{FF2B5EF4-FFF2-40B4-BE49-F238E27FC236}">
                <a16:creationId xmlns:a16="http://schemas.microsoft.com/office/drawing/2014/main" id="{6979B3E9-A576-357E-BA6A-E283E1A27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9285" y="3175301"/>
            <a:ext cx="5712902" cy="3399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4988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image displays a dashboard interface with various options for managing a course, including a progress bar showing 25% completion, a list of 825 questions, and options to enable or disable materials and questions.&#10;&#10;AI 生成コンテンツは誤りを含む可能性があります。">
            <a:extLst>
              <a:ext uri="{FF2B5EF4-FFF2-40B4-BE49-F238E27FC236}">
                <a16:creationId xmlns:a16="http://schemas.microsoft.com/office/drawing/2014/main" id="{4B1FE8C3-8A02-1C81-E3CA-384CB89EC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05" y="217107"/>
            <a:ext cx="5738395" cy="3527579"/>
          </a:xfrm>
          <a:prstGeom prst="rect">
            <a:avLst/>
          </a:prstGeom>
        </p:spPr>
      </p:pic>
      <p:pic>
        <p:nvPicPr>
          <p:cNvPr id="7" name="図 6" descr="The image displays a form with various fields for inputting educational material details, including subjects, dates, durations, and quality metrics, with options to cancel or save.&#10;&#10;AI 生成コンテンツは誤りを含む可能性があります。">
            <a:extLst>
              <a:ext uri="{FF2B5EF4-FFF2-40B4-BE49-F238E27FC236}">
                <a16:creationId xmlns:a16="http://schemas.microsoft.com/office/drawing/2014/main" id="{2C465EEB-CD5D-FBF0-3543-0C6E35851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229780"/>
            <a:ext cx="5671628" cy="3225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43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image is a Japanese interface displaying a dashboard with various options including a calendar, analysis tools, help, and information processing security support, along with a resource allocation section showing an 80% allocation for a learning environment.&#10;&#10;AI 生成コンテンツは誤りを含む可能性があります。">
            <a:extLst>
              <a:ext uri="{FF2B5EF4-FFF2-40B4-BE49-F238E27FC236}">
                <a16:creationId xmlns:a16="http://schemas.microsoft.com/office/drawing/2014/main" id="{75297D94-C27B-F011-A487-A1E0681AB3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401" y="1387370"/>
            <a:ext cx="9665197" cy="408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687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image is a Japanese interface screen with options such as dashboard, goal list, calendar, analysis, settings, help, and a message indicating no registered load profiles.&#10;&#10;AI 生成コンテンツは誤りを含む可能性があります。">
            <a:extLst>
              <a:ext uri="{FF2B5EF4-FFF2-40B4-BE49-F238E27FC236}">
                <a16:creationId xmlns:a16="http://schemas.microsoft.com/office/drawing/2014/main" id="{39EEA869-7494-8331-86E4-C90F0D496B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863" y="350064"/>
            <a:ext cx="10579967" cy="3078936"/>
          </a:xfrm>
          <a:prstGeom prst="rect">
            <a:avLst/>
          </a:prstGeom>
        </p:spPr>
      </p:pic>
      <p:pic>
        <p:nvPicPr>
          <p:cNvPr id="7" name="図 6" descr="Save&#10;&#10;AI 生成コンテンツは誤りを含む可能性があります。">
            <a:extLst>
              <a:ext uri="{FF2B5EF4-FFF2-40B4-BE49-F238E27FC236}">
                <a16:creationId xmlns:a16="http://schemas.microsoft.com/office/drawing/2014/main" id="{206CF4DE-A0C1-A83F-5A27-6FAF15200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058" y="3755571"/>
            <a:ext cx="8770402" cy="2579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577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day type changes&#10;&#10;AI 生成コンテンツは誤りを含む可能性があります。">
            <a:extLst>
              <a:ext uri="{FF2B5EF4-FFF2-40B4-BE49-F238E27FC236}">
                <a16:creationId xmlns:a16="http://schemas.microsoft.com/office/drawing/2014/main" id="{1F86F640-4602-2D7D-5A63-9C55956F68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299" y="780914"/>
            <a:ext cx="9741401" cy="5296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5934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image shows a user interface with a calendar, dashboard, analysis, settings, help menu, and a log entry for a test taken on September 6, 2026, focusing on content delivery network (CDN) concepts.&#10;&#10;AI 生成コンテンツは誤りを含む可能性があります。">
            <a:extLst>
              <a:ext uri="{FF2B5EF4-FFF2-40B4-BE49-F238E27FC236}">
                <a16:creationId xmlns:a16="http://schemas.microsoft.com/office/drawing/2014/main" id="{B74B0554-6E96-0B34-7312-BCD104689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53" y="444346"/>
            <a:ext cx="9601693" cy="5969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3519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image appears to be a Japanese interface with various tabs and charts, including a line graph with a trend line, a calendar, and sections for different types of content such as exams, reading, job opportunities, and progress charts.&#10;&#10;AI 生成コンテンツは誤りを含む可能性があります。">
            <a:extLst>
              <a:ext uri="{FF2B5EF4-FFF2-40B4-BE49-F238E27FC236}">
                <a16:creationId xmlns:a16="http://schemas.microsoft.com/office/drawing/2014/main" id="{DD7A8E88-6621-AEB5-ABC6-49F935E76A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401" y="434821"/>
            <a:ext cx="9665197" cy="5988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8525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image displays a timeline with a gantt chart, showing a schedule of 825 tasks, with completed tasks marked against planned dates from August 30th to October 12th.&#10;&#10;AI 生成コンテンツは誤りを含む可能性があります。">
            <a:extLst>
              <a:ext uri="{FF2B5EF4-FFF2-40B4-BE49-F238E27FC236}">
                <a16:creationId xmlns:a16="http://schemas.microsoft.com/office/drawing/2014/main" id="{41010A26-E802-2309-AFB3-0A0FCB27C1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978" y="558652"/>
            <a:ext cx="9608044" cy="5740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6840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text appears to be a list of options or categories in a dashboard interface, including terms related to exam preparation, career, project planning, and various analytics tools.&#10;&#10;AI 生成コンテンツは誤りを含む可能性があります。">
            <a:extLst>
              <a:ext uri="{FF2B5EF4-FFF2-40B4-BE49-F238E27FC236}">
                <a16:creationId xmlns:a16="http://schemas.microsoft.com/office/drawing/2014/main" id="{C2D507B4-44A7-402E-5B86-8F7C13814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000" y="1415946"/>
            <a:ext cx="9715999" cy="402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1463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image appears to be a dashboard with various sections such as objectives, calendar, analysis, and settings, along with a gantt chart displaying a schedule with tasks, deadlines, and completion status.&#10;&#10;AI 生成コンテンツは誤りを含む可能性があります。">
            <a:extLst>
              <a:ext uri="{FF2B5EF4-FFF2-40B4-BE49-F238E27FC236}">
                <a16:creationId xmlns:a16="http://schemas.microsoft.com/office/drawing/2014/main" id="{9C7D96C4-EDC1-8074-84FB-C2BEADE337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102" y="549127"/>
            <a:ext cx="9639795" cy="5759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7548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image is a user interface with a dashboard containing various tabs such as Goals, Calendar, Analysis, Settings, Help, and more, along with a schedule from August 29 to October 16, 2026.&#10;&#10;AI 生成コンテンツは誤りを含む可能性があります。">
            <a:extLst>
              <a:ext uri="{FF2B5EF4-FFF2-40B4-BE49-F238E27FC236}">
                <a16:creationId xmlns:a16="http://schemas.microsoft.com/office/drawing/2014/main" id="{A2CB3988-572B-8C12-DE6D-A0F06A0C6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401" y="1549303"/>
            <a:ext cx="9665197" cy="3759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876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The image is a Japanese dashboard with a calendar, analytics, settings, help, and various sections for progress tracking, goal lists, GTB support, growth descriptions, and historical questions, with dates and time stamps.&#10;&#10;AI 生成コンテンツは誤りを含む可能性があります。">
            <a:extLst>
              <a:ext uri="{FF2B5EF4-FFF2-40B4-BE49-F238E27FC236}">
                <a16:creationId xmlns:a16="http://schemas.microsoft.com/office/drawing/2014/main" id="{DC071A7D-9B58-E214-4B71-6A41630967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628" y="1066678"/>
            <a:ext cx="9620744" cy="4724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2068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gantt chart progress.&#10;&#10;AI 生成コンテンツは誤りを含む可能性があります。">
            <a:extLst>
              <a:ext uri="{FF2B5EF4-FFF2-40B4-BE49-F238E27FC236}">
                <a16:creationId xmlns:a16="http://schemas.microsoft.com/office/drawing/2014/main" id="{93151B90-B215-0A1F-1522-540D7C7CC6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7707" y="425295"/>
            <a:ext cx="9436585" cy="6007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8488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0</Words>
  <Application>Microsoft Office PowerPoint</Application>
  <PresentationFormat>ワイド画面</PresentationFormat>
  <Paragraphs>0</Paragraphs>
  <Slides>21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哲平 須山</dc:creator>
  <cp:lastModifiedBy>哲平 須山</cp:lastModifiedBy>
  <cp:revision>1</cp:revision>
  <dcterms:created xsi:type="dcterms:W3CDTF">2026-09-06T09:56:30Z</dcterms:created>
  <dcterms:modified xsi:type="dcterms:W3CDTF">2026-09-06T10:21:31Z</dcterms:modified>
</cp:coreProperties>
</file>